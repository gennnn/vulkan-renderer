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notesMasterIdLst>
    <p:notesMasterId r:id="rId15"/>
  </p:notesMasterIdLst>
  <p:sldIdLst>
    <p:sldId id="256" r:id="rId2"/>
    <p:sldId id="326" r:id="rId3"/>
    <p:sldId id="310" r:id="rId4"/>
    <p:sldId id="312" r:id="rId5"/>
    <p:sldId id="315" r:id="rId6"/>
    <p:sldId id="324" r:id="rId7"/>
    <p:sldId id="325" r:id="rId8"/>
    <p:sldId id="318" r:id="rId9"/>
    <p:sldId id="313" r:id="rId10"/>
    <p:sldId id="319" r:id="rId11"/>
    <p:sldId id="320" r:id="rId12"/>
    <p:sldId id="323" r:id="rId13"/>
    <p:sldId id="32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2FB86F-D8EF-4348-AE2A-EFC23CAE9D2E}">
          <p14:sldIdLst>
            <p14:sldId id="256"/>
            <p14:sldId id="326"/>
            <p14:sldId id="310"/>
            <p14:sldId id="312"/>
            <p14:sldId id="315"/>
            <p14:sldId id="324"/>
            <p14:sldId id="325"/>
            <p14:sldId id="318"/>
            <p14:sldId id="313"/>
            <p14:sldId id="319"/>
            <p14:sldId id="320"/>
            <p14:sldId id="323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545"/>
  </p:normalViewPr>
  <p:slideViewPr>
    <p:cSldViewPr snapToGrid="0">
      <p:cViewPr varScale="1">
        <p:scale>
          <a:sx n="104" d="100"/>
          <a:sy n="104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7BE6AC-43B8-47CA-816F-8249E3461AD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65EAE3B-1CD5-4516-9283-6FF39C6083F7}">
      <dgm:prSet phldrT="[Text]"/>
      <dgm:spPr/>
      <dgm:t>
        <a:bodyPr/>
        <a:lstStyle/>
        <a:p>
          <a:r>
            <a:rPr lang="en-US" dirty="0"/>
            <a:t>Vertex shader</a:t>
          </a:r>
        </a:p>
      </dgm:t>
    </dgm:pt>
    <dgm:pt modelId="{7A0F92C2-8EE8-4AA5-AB12-86FD1E1BE181}" type="parTrans" cxnId="{3E9E0C95-F1B2-4936-9154-811A1FAD0DED}">
      <dgm:prSet/>
      <dgm:spPr/>
      <dgm:t>
        <a:bodyPr/>
        <a:lstStyle/>
        <a:p>
          <a:endParaRPr lang="en-US"/>
        </a:p>
      </dgm:t>
    </dgm:pt>
    <dgm:pt modelId="{D69FB90C-473D-4007-9874-80FE6C84B459}" type="sibTrans" cxnId="{3E9E0C95-F1B2-4936-9154-811A1FAD0DED}">
      <dgm:prSet/>
      <dgm:spPr/>
      <dgm:t>
        <a:bodyPr/>
        <a:lstStyle/>
        <a:p>
          <a:endParaRPr lang="en-US"/>
        </a:p>
      </dgm:t>
    </dgm:pt>
    <dgm:pt modelId="{3D524788-AE1A-42C6-ACF4-92302F2C5628}">
      <dgm:prSet phldrT="[Text]"/>
      <dgm:spPr/>
      <dgm:t>
        <a:bodyPr/>
        <a:lstStyle/>
        <a:p>
          <a:r>
            <a:rPr lang="en-US" dirty="0"/>
            <a:t>Rasterization</a:t>
          </a:r>
        </a:p>
      </dgm:t>
    </dgm:pt>
    <dgm:pt modelId="{472929E0-5911-450C-96C9-B1C780A20662}" type="parTrans" cxnId="{CA039D69-25FE-4E04-8104-390FFCB6D952}">
      <dgm:prSet/>
      <dgm:spPr/>
      <dgm:t>
        <a:bodyPr/>
        <a:lstStyle/>
        <a:p>
          <a:endParaRPr lang="en-US"/>
        </a:p>
      </dgm:t>
    </dgm:pt>
    <dgm:pt modelId="{3D983A67-5F88-4FAD-B892-46CFFC78E5C0}" type="sibTrans" cxnId="{CA039D69-25FE-4E04-8104-390FFCB6D952}">
      <dgm:prSet/>
      <dgm:spPr/>
      <dgm:t>
        <a:bodyPr/>
        <a:lstStyle/>
        <a:p>
          <a:endParaRPr lang="en-US"/>
        </a:p>
      </dgm:t>
    </dgm:pt>
    <dgm:pt modelId="{4B864586-4EDA-4400-8E78-0BFCD4012B29}">
      <dgm:prSet phldrT="[Text]"/>
      <dgm:spPr/>
      <dgm:t>
        <a:bodyPr/>
        <a:lstStyle/>
        <a:p>
          <a:r>
            <a:rPr lang="en-US" dirty="0"/>
            <a:t>Pixel shader</a:t>
          </a:r>
        </a:p>
      </dgm:t>
    </dgm:pt>
    <dgm:pt modelId="{A22D8406-714D-42AD-9CD7-3112C8C80333}" type="parTrans" cxnId="{B09C70CA-AAB8-4ED6-91D1-7C7A28488417}">
      <dgm:prSet/>
      <dgm:spPr/>
      <dgm:t>
        <a:bodyPr/>
        <a:lstStyle/>
        <a:p>
          <a:endParaRPr lang="en-US"/>
        </a:p>
      </dgm:t>
    </dgm:pt>
    <dgm:pt modelId="{BDBFC556-E5D3-47D4-AAED-83FD8379BE45}" type="sibTrans" cxnId="{B09C70CA-AAB8-4ED6-91D1-7C7A28488417}">
      <dgm:prSet/>
      <dgm:spPr/>
      <dgm:t>
        <a:bodyPr/>
        <a:lstStyle/>
        <a:p>
          <a:endParaRPr lang="en-US"/>
        </a:p>
      </dgm:t>
    </dgm:pt>
    <dgm:pt modelId="{7C01FC73-6502-43A6-B9DC-09E6A6AEC35B}">
      <dgm:prSet phldrT="[Text]"/>
      <dgm:spPr/>
      <dgm:t>
        <a:bodyPr/>
        <a:lstStyle/>
        <a:p>
          <a:r>
            <a:rPr lang="en-US" dirty="0"/>
            <a:t>Frame buffer</a:t>
          </a:r>
        </a:p>
      </dgm:t>
    </dgm:pt>
    <dgm:pt modelId="{CD22050D-686F-4B00-AE8D-C5F6791F972A}" type="parTrans" cxnId="{2A74D0EE-AD0F-434F-BB5E-F76802DD86A6}">
      <dgm:prSet/>
      <dgm:spPr/>
      <dgm:t>
        <a:bodyPr/>
        <a:lstStyle/>
        <a:p>
          <a:endParaRPr lang="en-US"/>
        </a:p>
      </dgm:t>
    </dgm:pt>
    <dgm:pt modelId="{4C42853F-24B0-478D-8738-974426212845}" type="sibTrans" cxnId="{2A74D0EE-AD0F-434F-BB5E-F76802DD86A6}">
      <dgm:prSet/>
      <dgm:spPr/>
      <dgm:t>
        <a:bodyPr/>
        <a:lstStyle/>
        <a:p>
          <a:endParaRPr lang="en-US"/>
        </a:p>
      </dgm:t>
    </dgm:pt>
    <dgm:pt modelId="{46C5C536-671B-4306-9EA6-3A205FEA3E4E}">
      <dgm:prSet phldrT="[Text]"/>
      <dgm:spPr/>
      <dgm:t>
        <a:bodyPr/>
        <a:lstStyle/>
        <a:p>
          <a:r>
            <a:rPr lang="en-US" dirty="0"/>
            <a:t>Input assembly</a:t>
          </a:r>
        </a:p>
      </dgm:t>
    </dgm:pt>
    <dgm:pt modelId="{54EF71B4-9A1C-41CF-AB89-32EE49FFBC9D}" type="parTrans" cxnId="{27971034-CA2E-48E8-8B1E-F401A26770B3}">
      <dgm:prSet/>
      <dgm:spPr/>
      <dgm:t>
        <a:bodyPr/>
        <a:lstStyle/>
        <a:p>
          <a:endParaRPr lang="en-US"/>
        </a:p>
      </dgm:t>
    </dgm:pt>
    <dgm:pt modelId="{F2B199DE-6C21-4347-9BC7-0B8C1E26ECF8}" type="sibTrans" cxnId="{27971034-CA2E-48E8-8B1E-F401A26770B3}">
      <dgm:prSet/>
      <dgm:spPr/>
      <dgm:t>
        <a:bodyPr/>
        <a:lstStyle/>
        <a:p>
          <a:endParaRPr lang="en-US"/>
        </a:p>
      </dgm:t>
    </dgm:pt>
    <dgm:pt modelId="{1D44FE70-072F-4016-A220-8A8EB4C22B9A}" type="pres">
      <dgm:prSet presAssocID="{497BE6AC-43B8-47CA-816F-8249E3461AD2}" presName="Name0" presStyleCnt="0">
        <dgm:presLayoutVars>
          <dgm:dir/>
          <dgm:resizeHandles val="exact"/>
        </dgm:presLayoutVars>
      </dgm:prSet>
      <dgm:spPr/>
    </dgm:pt>
    <dgm:pt modelId="{B773CE9A-7CA2-4985-8653-E79C90D7DF45}" type="pres">
      <dgm:prSet presAssocID="{46C5C536-671B-4306-9EA6-3A205FEA3E4E}" presName="node" presStyleLbl="node1" presStyleIdx="0" presStyleCnt="5" custLinFactY="-32825" custLinFactNeighborX="-29912" custLinFactNeighborY="-100000">
        <dgm:presLayoutVars>
          <dgm:bulletEnabled val="1"/>
        </dgm:presLayoutVars>
      </dgm:prSet>
      <dgm:spPr/>
    </dgm:pt>
    <dgm:pt modelId="{C7484C89-1B96-468B-AAF5-4E16754C4B52}" type="pres">
      <dgm:prSet presAssocID="{F2B199DE-6C21-4347-9BC7-0B8C1E26ECF8}" presName="sibTrans" presStyleLbl="sibTrans2D1" presStyleIdx="0" presStyleCnt="4"/>
      <dgm:spPr/>
    </dgm:pt>
    <dgm:pt modelId="{341BE04F-2D53-4A93-A7B4-E94693CA5B2E}" type="pres">
      <dgm:prSet presAssocID="{F2B199DE-6C21-4347-9BC7-0B8C1E26ECF8}" presName="connectorText" presStyleLbl="sibTrans2D1" presStyleIdx="0" presStyleCnt="4"/>
      <dgm:spPr/>
    </dgm:pt>
    <dgm:pt modelId="{898FC79B-8393-4090-95D6-76EEC8880126}" type="pres">
      <dgm:prSet presAssocID="{865EAE3B-1CD5-4516-9283-6FF39C6083F7}" presName="node" presStyleLbl="node1" presStyleIdx="1" presStyleCnt="5" custLinFactY="-36416" custLinFactNeighborX="-21365" custLinFactNeighborY="-100000">
        <dgm:presLayoutVars>
          <dgm:bulletEnabled val="1"/>
        </dgm:presLayoutVars>
      </dgm:prSet>
      <dgm:spPr/>
    </dgm:pt>
    <dgm:pt modelId="{969F5DEF-EEA9-4267-A774-08B829CCC2A0}" type="pres">
      <dgm:prSet presAssocID="{D69FB90C-473D-4007-9874-80FE6C84B459}" presName="sibTrans" presStyleLbl="sibTrans2D1" presStyleIdx="1" presStyleCnt="4"/>
      <dgm:spPr/>
    </dgm:pt>
    <dgm:pt modelId="{076737E7-1C95-4288-BD59-E3B1CE1F632A}" type="pres">
      <dgm:prSet presAssocID="{D69FB90C-473D-4007-9874-80FE6C84B459}" presName="connectorText" presStyleLbl="sibTrans2D1" presStyleIdx="1" presStyleCnt="4"/>
      <dgm:spPr/>
    </dgm:pt>
    <dgm:pt modelId="{5DF81D5F-ADE8-424A-843A-FA582EE3F8AC}" type="pres">
      <dgm:prSet presAssocID="{3D524788-AE1A-42C6-ACF4-92302F2C5628}" presName="node" presStyleLbl="node1" presStyleIdx="2" presStyleCnt="5" custLinFactY="-34570" custLinFactNeighborX="-32289" custLinFactNeighborY="-100000">
        <dgm:presLayoutVars>
          <dgm:bulletEnabled val="1"/>
        </dgm:presLayoutVars>
      </dgm:prSet>
      <dgm:spPr/>
    </dgm:pt>
    <dgm:pt modelId="{5C3041F1-1C71-449B-BF1E-F6C1D7366DF4}" type="pres">
      <dgm:prSet presAssocID="{3D983A67-5F88-4FAD-B892-46CFFC78E5C0}" presName="sibTrans" presStyleLbl="sibTrans2D1" presStyleIdx="2" presStyleCnt="4"/>
      <dgm:spPr/>
    </dgm:pt>
    <dgm:pt modelId="{06496CC0-401B-46E2-9BE4-F637D95B1A59}" type="pres">
      <dgm:prSet presAssocID="{3D983A67-5F88-4FAD-B892-46CFFC78E5C0}" presName="connectorText" presStyleLbl="sibTrans2D1" presStyleIdx="2" presStyleCnt="4"/>
      <dgm:spPr/>
    </dgm:pt>
    <dgm:pt modelId="{DA6FB6D8-5367-4859-A59E-20623D0CDFD6}" type="pres">
      <dgm:prSet presAssocID="{4B864586-4EDA-4400-8E78-0BFCD4012B29}" presName="node" presStyleLbl="node1" presStyleIdx="3" presStyleCnt="5" custLinFactY="-32825" custLinFactNeighborX="-40981" custLinFactNeighborY="-100000">
        <dgm:presLayoutVars>
          <dgm:bulletEnabled val="1"/>
        </dgm:presLayoutVars>
      </dgm:prSet>
      <dgm:spPr/>
    </dgm:pt>
    <dgm:pt modelId="{BA2EDF00-8E89-49AF-BE40-21AFD7A8D154}" type="pres">
      <dgm:prSet presAssocID="{BDBFC556-E5D3-47D4-AAED-83FD8379BE45}" presName="sibTrans" presStyleLbl="sibTrans2D1" presStyleIdx="3" presStyleCnt="4"/>
      <dgm:spPr/>
    </dgm:pt>
    <dgm:pt modelId="{9A6F84AB-7109-42DD-A544-1EE1BAA4E8C3}" type="pres">
      <dgm:prSet presAssocID="{BDBFC556-E5D3-47D4-AAED-83FD8379BE45}" presName="connectorText" presStyleLbl="sibTrans2D1" presStyleIdx="3" presStyleCnt="4"/>
      <dgm:spPr/>
    </dgm:pt>
    <dgm:pt modelId="{13F716A3-55FA-4131-8571-4A3F3D5CB6AA}" type="pres">
      <dgm:prSet presAssocID="{7C01FC73-6502-43A6-B9DC-09E6A6AEC35B}" presName="node" presStyleLbl="node1" presStyleIdx="4" presStyleCnt="5" custLinFactY="-32825" custLinFactNeighborX="-42801" custLinFactNeighborY="-100000">
        <dgm:presLayoutVars>
          <dgm:bulletEnabled val="1"/>
        </dgm:presLayoutVars>
      </dgm:prSet>
      <dgm:spPr/>
    </dgm:pt>
  </dgm:ptLst>
  <dgm:cxnLst>
    <dgm:cxn modelId="{F53FA92F-C916-49CF-B1CB-79FD8550686D}" type="presOf" srcId="{497BE6AC-43B8-47CA-816F-8249E3461AD2}" destId="{1D44FE70-072F-4016-A220-8A8EB4C22B9A}" srcOrd="0" destOrd="0" presId="urn:microsoft.com/office/officeart/2005/8/layout/process1"/>
    <dgm:cxn modelId="{51E59030-C363-4A68-9276-7E57422EED37}" type="presOf" srcId="{BDBFC556-E5D3-47D4-AAED-83FD8379BE45}" destId="{BA2EDF00-8E89-49AF-BE40-21AFD7A8D154}" srcOrd="0" destOrd="0" presId="urn:microsoft.com/office/officeart/2005/8/layout/process1"/>
    <dgm:cxn modelId="{27971034-CA2E-48E8-8B1E-F401A26770B3}" srcId="{497BE6AC-43B8-47CA-816F-8249E3461AD2}" destId="{46C5C536-671B-4306-9EA6-3A205FEA3E4E}" srcOrd="0" destOrd="0" parTransId="{54EF71B4-9A1C-41CF-AB89-32EE49FFBC9D}" sibTransId="{F2B199DE-6C21-4347-9BC7-0B8C1E26ECF8}"/>
    <dgm:cxn modelId="{39DE9E3A-C55F-4287-B553-00816BA0FB46}" type="presOf" srcId="{865EAE3B-1CD5-4516-9283-6FF39C6083F7}" destId="{898FC79B-8393-4090-95D6-76EEC8880126}" srcOrd="0" destOrd="0" presId="urn:microsoft.com/office/officeart/2005/8/layout/process1"/>
    <dgm:cxn modelId="{CA039D69-25FE-4E04-8104-390FFCB6D952}" srcId="{497BE6AC-43B8-47CA-816F-8249E3461AD2}" destId="{3D524788-AE1A-42C6-ACF4-92302F2C5628}" srcOrd="2" destOrd="0" parTransId="{472929E0-5911-450C-96C9-B1C780A20662}" sibTransId="{3D983A67-5F88-4FAD-B892-46CFFC78E5C0}"/>
    <dgm:cxn modelId="{0A622E4C-A464-4920-9CF9-2F3FC538FDC9}" type="presOf" srcId="{F2B199DE-6C21-4347-9BC7-0B8C1E26ECF8}" destId="{C7484C89-1B96-468B-AAF5-4E16754C4B52}" srcOrd="0" destOrd="0" presId="urn:microsoft.com/office/officeart/2005/8/layout/process1"/>
    <dgm:cxn modelId="{58B8A070-4029-409A-A0D2-8A1B6D988FB7}" type="presOf" srcId="{3D983A67-5F88-4FAD-B892-46CFFC78E5C0}" destId="{5C3041F1-1C71-449B-BF1E-F6C1D7366DF4}" srcOrd="0" destOrd="0" presId="urn:microsoft.com/office/officeart/2005/8/layout/process1"/>
    <dgm:cxn modelId="{3E9E0C95-F1B2-4936-9154-811A1FAD0DED}" srcId="{497BE6AC-43B8-47CA-816F-8249E3461AD2}" destId="{865EAE3B-1CD5-4516-9283-6FF39C6083F7}" srcOrd="1" destOrd="0" parTransId="{7A0F92C2-8EE8-4AA5-AB12-86FD1E1BE181}" sibTransId="{D69FB90C-473D-4007-9874-80FE6C84B459}"/>
    <dgm:cxn modelId="{78B1999F-35DD-4A3F-8C10-88B6130A4B53}" type="presOf" srcId="{7C01FC73-6502-43A6-B9DC-09E6A6AEC35B}" destId="{13F716A3-55FA-4131-8571-4A3F3D5CB6AA}" srcOrd="0" destOrd="0" presId="urn:microsoft.com/office/officeart/2005/8/layout/process1"/>
    <dgm:cxn modelId="{9FD79DA5-04FF-456D-AAD3-69AB261E6448}" type="presOf" srcId="{BDBFC556-E5D3-47D4-AAED-83FD8379BE45}" destId="{9A6F84AB-7109-42DD-A544-1EE1BAA4E8C3}" srcOrd="1" destOrd="0" presId="urn:microsoft.com/office/officeart/2005/8/layout/process1"/>
    <dgm:cxn modelId="{357C7DAB-659E-4754-AF7A-95451FCCDDF5}" type="presOf" srcId="{46C5C536-671B-4306-9EA6-3A205FEA3E4E}" destId="{B773CE9A-7CA2-4985-8653-E79C90D7DF45}" srcOrd="0" destOrd="0" presId="urn:microsoft.com/office/officeart/2005/8/layout/process1"/>
    <dgm:cxn modelId="{46449CAC-1CD6-4621-B8F1-CA90AC1CE6B0}" type="presOf" srcId="{D69FB90C-473D-4007-9874-80FE6C84B459}" destId="{076737E7-1C95-4288-BD59-E3B1CE1F632A}" srcOrd="1" destOrd="0" presId="urn:microsoft.com/office/officeart/2005/8/layout/process1"/>
    <dgm:cxn modelId="{B09C70CA-AAB8-4ED6-91D1-7C7A28488417}" srcId="{497BE6AC-43B8-47CA-816F-8249E3461AD2}" destId="{4B864586-4EDA-4400-8E78-0BFCD4012B29}" srcOrd="3" destOrd="0" parTransId="{A22D8406-714D-42AD-9CD7-3112C8C80333}" sibTransId="{BDBFC556-E5D3-47D4-AAED-83FD8379BE45}"/>
    <dgm:cxn modelId="{A110BACF-A29B-4DAB-9673-37E45877431F}" type="presOf" srcId="{3D983A67-5F88-4FAD-B892-46CFFC78E5C0}" destId="{06496CC0-401B-46E2-9BE4-F637D95B1A59}" srcOrd="1" destOrd="0" presId="urn:microsoft.com/office/officeart/2005/8/layout/process1"/>
    <dgm:cxn modelId="{4C280DD8-7006-4FCD-BF3D-597B48985BC6}" type="presOf" srcId="{F2B199DE-6C21-4347-9BC7-0B8C1E26ECF8}" destId="{341BE04F-2D53-4A93-A7B4-E94693CA5B2E}" srcOrd="1" destOrd="0" presId="urn:microsoft.com/office/officeart/2005/8/layout/process1"/>
    <dgm:cxn modelId="{CEE5DAED-BA51-43C2-BE65-2E37EAEF3406}" type="presOf" srcId="{D69FB90C-473D-4007-9874-80FE6C84B459}" destId="{969F5DEF-EEA9-4267-A774-08B829CCC2A0}" srcOrd="0" destOrd="0" presId="urn:microsoft.com/office/officeart/2005/8/layout/process1"/>
    <dgm:cxn modelId="{2A74D0EE-AD0F-434F-BB5E-F76802DD86A6}" srcId="{497BE6AC-43B8-47CA-816F-8249E3461AD2}" destId="{7C01FC73-6502-43A6-B9DC-09E6A6AEC35B}" srcOrd="4" destOrd="0" parTransId="{CD22050D-686F-4B00-AE8D-C5F6791F972A}" sibTransId="{4C42853F-24B0-478D-8738-974426212845}"/>
    <dgm:cxn modelId="{1AC08FEF-7194-4B72-9B3C-D1E82260DA5B}" type="presOf" srcId="{3D524788-AE1A-42C6-ACF4-92302F2C5628}" destId="{5DF81D5F-ADE8-424A-843A-FA582EE3F8AC}" srcOrd="0" destOrd="0" presId="urn:microsoft.com/office/officeart/2005/8/layout/process1"/>
    <dgm:cxn modelId="{9698B5FB-0450-46F3-948F-26E5F5BB222D}" type="presOf" srcId="{4B864586-4EDA-4400-8E78-0BFCD4012B29}" destId="{DA6FB6D8-5367-4859-A59E-20623D0CDFD6}" srcOrd="0" destOrd="0" presId="urn:microsoft.com/office/officeart/2005/8/layout/process1"/>
    <dgm:cxn modelId="{DDC0C3ED-704B-4729-96B9-7A39F53E193D}" type="presParOf" srcId="{1D44FE70-072F-4016-A220-8A8EB4C22B9A}" destId="{B773CE9A-7CA2-4985-8653-E79C90D7DF45}" srcOrd="0" destOrd="0" presId="urn:microsoft.com/office/officeart/2005/8/layout/process1"/>
    <dgm:cxn modelId="{9496EEEC-467C-4DED-AAB9-3909629D7082}" type="presParOf" srcId="{1D44FE70-072F-4016-A220-8A8EB4C22B9A}" destId="{C7484C89-1B96-468B-AAF5-4E16754C4B52}" srcOrd="1" destOrd="0" presId="urn:microsoft.com/office/officeart/2005/8/layout/process1"/>
    <dgm:cxn modelId="{4A111086-D24E-4483-BB10-ACE2D1B24A6C}" type="presParOf" srcId="{C7484C89-1B96-468B-AAF5-4E16754C4B52}" destId="{341BE04F-2D53-4A93-A7B4-E94693CA5B2E}" srcOrd="0" destOrd="0" presId="urn:microsoft.com/office/officeart/2005/8/layout/process1"/>
    <dgm:cxn modelId="{1CD6FE55-7E1E-4BAB-8D3A-096FBB011258}" type="presParOf" srcId="{1D44FE70-072F-4016-A220-8A8EB4C22B9A}" destId="{898FC79B-8393-4090-95D6-76EEC8880126}" srcOrd="2" destOrd="0" presId="urn:microsoft.com/office/officeart/2005/8/layout/process1"/>
    <dgm:cxn modelId="{0A014F5F-26AA-4071-8ECF-EEA39F817E90}" type="presParOf" srcId="{1D44FE70-072F-4016-A220-8A8EB4C22B9A}" destId="{969F5DEF-EEA9-4267-A774-08B829CCC2A0}" srcOrd="3" destOrd="0" presId="urn:microsoft.com/office/officeart/2005/8/layout/process1"/>
    <dgm:cxn modelId="{2B80504E-86E5-4FF7-B619-3B04A34B2F11}" type="presParOf" srcId="{969F5DEF-EEA9-4267-A774-08B829CCC2A0}" destId="{076737E7-1C95-4288-BD59-E3B1CE1F632A}" srcOrd="0" destOrd="0" presId="urn:microsoft.com/office/officeart/2005/8/layout/process1"/>
    <dgm:cxn modelId="{DC4438C1-D5F2-4960-B84C-285447B732DF}" type="presParOf" srcId="{1D44FE70-072F-4016-A220-8A8EB4C22B9A}" destId="{5DF81D5F-ADE8-424A-843A-FA582EE3F8AC}" srcOrd="4" destOrd="0" presId="urn:microsoft.com/office/officeart/2005/8/layout/process1"/>
    <dgm:cxn modelId="{C66E26E5-5D7D-41D4-80F9-2CB9CF197A33}" type="presParOf" srcId="{1D44FE70-072F-4016-A220-8A8EB4C22B9A}" destId="{5C3041F1-1C71-449B-BF1E-F6C1D7366DF4}" srcOrd="5" destOrd="0" presId="urn:microsoft.com/office/officeart/2005/8/layout/process1"/>
    <dgm:cxn modelId="{651B32BE-2C7D-42F2-93A4-18D79BBC97CE}" type="presParOf" srcId="{5C3041F1-1C71-449B-BF1E-F6C1D7366DF4}" destId="{06496CC0-401B-46E2-9BE4-F637D95B1A59}" srcOrd="0" destOrd="0" presId="urn:microsoft.com/office/officeart/2005/8/layout/process1"/>
    <dgm:cxn modelId="{B5A9B6D9-E4C6-40FC-B6E5-4DA01A74CD49}" type="presParOf" srcId="{1D44FE70-072F-4016-A220-8A8EB4C22B9A}" destId="{DA6FB6D8-5367-4859-A59E-20623D0CDFD6}" srcOrd="6" destOrd="0" presId="urn:microsoft.com/office/officeart/2005/8/layout/process1"/>
    <dgm:cxn modelId="{DB3F2267-CBB2-4C1D-8779-C7E133408BB6}" type="presParOf" srcId="{1D44FE70-072F-4016-A220-8A8EB4C22B9A}" destId="{BA2EDF00-8E89-49AF-BE40-21AFD7A8D154}" srcOrd="7" destOrd="0" presId="urn:microsoft.com/office/officeart/2005/8/layout/process1"/>
    <dgm:cxn modelId="{84A23F54-F6EF-47E7-A0D6-B16AEE1C0334}" type="presParOf" srcId="{BA2EDF00-8E89-49AF-BE40-21AFD7A8D154}" destId="{9A6F84AB-7109-42DD-A544-1EE1BAA4E8C3}" srcOrd="0" destOrd="0" presId="urn:microsoft.com/office/officeart/2005/8/layout/process1"/>
    <dgm:cxn modelId="{07B1A2AB-0C19-4A96-BFDA-6BFE8FD2A5C9}" type="presParOf" srcId="{1D44FE70-072F-4016-A220-8A8EB4C22B9A}" destId="{13F716A3-55FA-4131-8571-4A3F3D5CB6AA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5E8187-76DE-42BF-A4E7-8B049DB2606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C5436C-E5AD-4FC9-9FFE-96509CB04CC6}">
      <dgm:prSet phldrT="[Text]"/>
      <dgm:spPr/>
      <dgm:t>
        <a:bodyPr/>
        <a:lstStyle/>
        <a:p>
          <a:r>
            <a:rPr lang="en-US" dirty="0"/>
            <a:t>Input assembly</a:t>
          </a:r>
        </a:p>
      </dgm:t>
    </dgm:pt>
    <dgm:pt modelId="{677C8280-117A-452F-A00C-C9ED7296FFDF}" type="parTrans" cxnId="{20823FCA-D683-4850-9358-28B126DE1DE9}">
      <dgm:prSet/>
      <dgm:spPr/>
      <dgm:t>
        <a:bodyPr/>
        <a:lstStyle/>
        <a:p>
          <a:endParaRPr lang="en-US"/>
        </a:p>
      </dgm:t>
    </dgm:pt>
    <dgm:pt modelId="{2953D7B6-2E1A-4DD4-AF9E-979A1ECDA105}" type="sibTrans" cxnId="{20823FCA-D683-4850-9358-28B126DE1DE9}">
      <dgm:prSet/>
      <dgm:spPr/>
      <dgm:t>
        <a:bodyPr/>
        <a:lstStyle/>
        <a:p>
          <a:endParaRPr lang="en-US"/>
        </a:p>
      </dgm:t>
    </dgm:pt>
    <dgm:pt modelId="{83E5F244-24A6-4BC0-855E-6F9C7E6431CC}">
      <dgm:prSet phldrT="[Text]"/>
      <dgm:spPr/>
      <dgm:t>
        <a:bodyPr/>
        <a:lstStyle/>
        <a:p>
          <a:r>
            <a:rPr lang="en-US" dirty="0"/>
            <a:t>Rasterization</a:t>
          </a:r>
        </a:p>
      </dgm:t>
    </dgm:pt>
    <dgm:pt modelId="{C1BEDAF2-A869-4621-A5E8-BB6B97480A79}" type="parTrans" cxnId="{D4E4EB41-B72F-4E24-80C4-79EB091AF201}">
      <dgm:prSet/>
      <dgm:spPr/>
      <dgm:t>
        <a:bodyPr/>
        <a:lstStyle/>
        <a:p>
          <a:endParaRPr lang="en-US"/>
        </a:p>
      </dgm:t>
    </dgm:pt>
    <dgm:pt modelId="{A45DAC08-C953-419F-911A-75A8E3DF64B4}" type="sibTrans" cxnId="{D4E4EB41-B72F-4E24-80C4-79EB091AF201}">
      <dgm:prSet/>
      <dgm:spPr/>
      <dgm:t>
        <a:bodyPr/>
        <a:lstStyle/>
        <a:p>
          <a:endParaRPr lang="en-US"/>
        </a:p>
      </dgm:t>
    </dgm:pt>
    <dgm:pt modelId="{631785D8-23B5-468F-AADC-F88BC6D71345}">
      <dgm:prSet phldrT="[Text]"/>
      <dgm:spPr/>
      <dgm:t>
        <a:bodyPr/>
        <a:lstStyle/>
        <a:p>
          <a:r>
            <a:rPr lang="en-US" dirty="0"/>
            <a:t>Pixel shader</a:t>
          </a:r>
        </a:p>
      </dgm:t>
    </dgm:pt>
    <dgm:pt modelId="{F95C685B-4FC5-4038-A040-6AD005694233}" type="parTrans" cxnId="{92752E1D-9761-4866-B44E-5D61D62E8192}">
      <dgm:prSet/>
      <dgm:spPr/>
      <dgm:t>
        <a:bodyPr/>
        <a:lstStyle/>
        <a:p>
          <a:endParaRPr lang="en-US"/>
        </a:p>
      </dgm:t>
    </dgm:pt>
    <dgm:pt modelId="{49491858-9CFC-4E3F-A8F1-437BD39530BF}" type="sibTrans" cxnId="{92752E1D-9761-4866-B44E-5D61D62E8192}">
      <dgm:prSet/>
      <dgm:spPr/>
      <dgm:t>
        <a:bodyPr/>
        <a:lstStyle/>
        <a:p>
          <a:endParaRPr lang="en-US"/>
        </a:p>
      </dgm:t>
    </dgm:pt>
    <dgm:pt modelId="{5108BFD9-74E5-4C6B-9C7C-BB74C9D6FD4A}">
      <dgm:prSet phldrT="[Text]"/>
      <dgm:spPr/>
      <dgm:t>
        <a:bodyPr/>
        <a:lstStyle/>
        <a:p>
          <a:r>
            <a:rPr lang="en-US" dirty="0"/>
            <a:t>Vertex shader</a:t>
          </a:r>
        </a:p>
      </dgm:t>
    </dgm:pt>
    <dgm:pt modelId="{B2FD9022-C9D1-4B5A-BA18-F961E90FF71C}" type="parTrans" cxnId="{6CC979E4-B2C9-4C28-AB9A-C1E9DCB1AE61}">
      <dgm:prSet/>
      <dgm:spPr/>
      <dgm:t>
        <a:bodyPr/>
        <a:lstStyle/>
        <a:p>
          <a:endParaRPr lang="en-US"/>
        </a:p>
      </dgm:t>
    </dgm:pt>
    <dgm:pt modelId="{9761E9DE-99A2-4412-ACC6-AFB45F52A939}" type="sibTrans" cxnId="{6CC979E4-B2C9-4C28-AB9A-C1E9DCB1AE61}">
      <dgm:prSet/>
      <dgm:spPr/>
      <dgm:t>
        <a:bodyPr/>
        <a:lstStyle/>
        <a:p>
          <a:endParaRPr lang="en-US"/>
        </a:p>
      </dgm:t>
    </dgm:pt>
    <dgm:pt modelId="{2ED3DFC0-B851-4D89-B006-3C8C32AE9500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G-Buffer</a:t>
          </a:r>
        </a:p>
      </dgm:t>
    </dgm:pt>
    <dgm:pt modelId="{DD178C25-B20D-4F09-AE0F-E7D48F19322B}" type="parTrans" cxnId="{6C6C20CC-5CC8-4B86-A797-523814014DAF}">
      <dgm:prSet/>
      <dgm:spPr/>
      <dgm:t>
        <a:bodyPr/>
        <a:lstStyle/>
        <a:p>
          <a:endParaRPr lang="en-US"/>
        </a:p>
      </dgm:t>
    </dgm:pt>
    <dgm:pt modelId="{A8A6FAD0-AEB1-4998-BB72-E658AE842A2F}" type="sibTrans" cxnId="{6C6C20CC-5CC8-4B86-A797-523814014DAF}">
      <dgm:prSet/>
      <dgm:spPr/>
      <dgm:t>
        <a:bodyPr/>
        <a:lstStyle/>
        <a:p>
          <a:endParaRPr lang="en-US"/>
        </a:p>
      </dgm:t>
    </dgm:pt>
    <dgm:pt modelId="{168A4CEC-3F47-4FA4-A94F-74D400577782}" type="pres">
      <dgm:prSet presAssocID="{185E8187-76DE-42BF-A4E7-8B049DB26068}" presName="Name0" presStyleCnt="0">
        <dgm:presLayoutVars>
          <dgm:dir/>
          <dgm:resizeHandles val="exact"/>
        </dgm:presLayoutVars>
      </dgm:prSet>
      <dgm:spPr/>
    </dgm:pt>
    <dgm:pt modelId="{922B6789-1230-450C-BB78-029AA615C60D}" type="pres">
      <dgm:prSet presAssocID="{61C5436C-E5AD-4FC9-9FFE-96509CB04CC6}" presName="node" presStyleLbl="node1" presStyleIdx="0" presStyleCnt="5" custLinFactNeighborX="27795" custLinFactNeighborY="51819">
        <dgm:presLayoutVars>
          <dgm:bulletEnabled val="1"/>
        </dgm:presLayoutVars>
      </dgm:prSet>
      <dgm:spPr/>
    </dgm:pt>
    <dgm:pt modelId="{62F638C6-AA7F-40F2-8673-4B4A00FA1C13}" type="pres">
      <dgm:prSet presAssocID="{2953D7B6-2E1A-4DD4-AF9E-979A1ECDA105}" presName="sibTrans" presStyleLbl="sibTrans2D1" presStyleIdx="0" presStyleCnt="4"/>
      <dgm:spPr/>
    </dgm:pt>
    <dgm:pt modelId="{9EBCD570-9CF6-4DC0-A9A7-41C51D9BAA40}" type="pres">
      <dgm:prSet presAssocID="{2953D7B6-2E1A-4DD4-AF9E-979A1ECDA105}" presName="connectorText" presStyleLbl="sibTrans2D1" presStyleIdx="0" presStyleCnt="4"/>
      <dgm:spPr/>
    </dgm:pt>
    <dgm:pt modelId="{F49FAB79-8EC1-49DB-9341-323EE283F1F9}" type="pres">
      <dgm:prSet presAssocID="{5108BFD9-74E5-4C6B-9C7C-BB74C9D6FD4A}" presName="node" presStyleLbl="node1" presStyleIdx="1" presStyleCnt="5" custLinFactNeighborX="17890" custLinFactNeighborY="52913">
        <dgm:presLayoutVars>
          <dgm:bulletEnabled val="1"/>
        </dgm:presLayoutVars>
      </dgm:prSet>
      <dgm:spPr/>
    </dgm:pt>
    <dgm:pt modelId="{436E6378-1C72-426E-BD99-5004FC2247D0}" type="pres">
      <dgm:prSet presAssocID="{9761E9DE-99A2-4412-ACC6-AFB45F52A939}" presName="sibTrans" presStyleLbl="sibTrans2D1" presStyleIdx="1" presStyleCnt="4"/>
      <dgm:spPr/>
    </dgm:pt>
    <dgm:pt modelId="{A50A3895-01ED-429A-8C73-53333C2E170B}" type="pres">
      <dgm:prSet presAssocID="{9761E9DE-99A2-4412-ACC6-AFB45F52A939}" presName="connectorText" presStyleLbl="sibTrans2D1" presStyleIdx="1" presStyleCnt="4"/>
      <dgm:spPr/>
    </dgm:pt>
    <dgm:pt modelId="{CF16BB33-7BF7-46B6-B1BE-E20981A6CE9F}" type="pres">
      <dgm:prSet presAssocID="{83E5F244-24A6-4BC0-855E-6F9C7E6431CC}" presName="node" presStyleLbl="node1" presStyleIdx="2" presStyleCnt="5" custLinFactNeighborX="0" custLinFactNeighborY="50142">
        <dgm:presLayoutVars>
          <dgm:bulletEnabled val="1"/>
        </dgm:presLayoutVars>
      </dgm:prSet>
      <dgm:spPr/>
    </dgm:pt>
    <dgm:pt modelId="{D18AC02B-86CF-422B-9562-2FC9E724A181}" type="pres">
      <dgm:prSet presAssocID="{A45DAC08-C953-419F-911A-75A8E3DF64B4}" presName="sibTrans" presStyleLbl="sibTrans2D1" presStyleIdx="2" presStyleCnt="4"/>
      <dgm:spPr/>
    </dgm:pt>
    <dgm:pt modelId="{5866AA57-BD44-4C88-8204-374011102657}" type="pres">
      <dgm:prSet presAssocID="{A45DAC08-C953-419F-911A-75A8E3DF64B4}" presName="connectorText" presStyleLbl="sibTrans2D1" presStyleIdx="2" presStyleCnt="4"/>
      <dgm:spPr/>
    </dgm:pt>
    <dgm:pt modelId="{7458E237-8D9D-4485-AACC-1873C78D3106}" type="pres">
      <dgm:prSet presAssocID="{631785D8-23B5-468F-AADC-F88BC6D71345}" presName="node" presStyleLbl="node1" presStyleIdx="3" presStyleCnt="5" custLinFactNeighborX="0" custLinFactNeighborY="52527">
        <dgm:presLayoutVars>
          <dgm:bulletEnabled val="1"/>
        </dgm:presLayoutVars>
      </dgm:prSet>
      <dgm:spPr/>
    </dgm:pt>
    <dgm:pt modelId="{EA56B7C1-68C9-455F-995B-C255EE2EBAAD}" type="pres">
      <dgm:prSet presAssocID="{49491858-9CFC-4E3F-A8F1-437BD39530BF}" presName="sibTrans" presStyleLbl="sibTrans2D1" presStyleIdx="3" presStyleCnt="4"/>
      <dgm:spPr/>
    </dgm:pt>
    <dgm:pt modelId="{896180A5-D606-4CE6-9664-C1B6A359D070}" type="pres">
      <dgm:prSet presAssocID="{49491858-9CFC-4E3F-A8F1-437BD39530BF}" presName="connectorText" presStyleLbl="sibTrans2D1" presStyleIdx="3" presStyleCnt="4"/>
      <dgm:spPr/>
    </dgm:pt>
    <dgm:pt modelId="{0D750655-CDDD-48D1-A18A-CB00D8A47095}" type="pres">
      <dgm:prSet presAssocID="{2ED3DFC0-B851-4D89-B006-3C8C32AE9500}" presName="node" presStyleLbl="node1" presStyleIdx="4" presStyleCnt="5" custLinFactNeighborX="806" custLinFactNeighborY="48949">
        <dgm:presLayoutVars>
          <dgm:bulletEnabled val="1"/>
        </dgm:presLayoutVars>
      </dgm:prSet>
      <dgm:spPr/>
    </dgm:pt>
  </dgm:ptLst>
  <dgm:cxnLst>
    <dgm:cxn modelId="{92752E1D-9761-4866-B44E-5D61D62E8192}" srcId="{185E8187-76DE-42BF-A4E7-8B049DB26068}" destId="{631785D8-23B5-468F-AADC-F88BC6D71345}" srcOrd="3" destOrd="0" parTransId="{F95C685B-4FC5-4038-A040-6AD005694233}" sibTransId="{49491858-9CFC-4E3F-A8F1-437BD39530BF}"/>
    <dgm:cxn modelId="{15C69024-D885-4505-A870-5626F7054436}" type="presOf" srcId="{2953D7B6-2E1A-4DD4-AF9E-979A1ECDA105}" destId="{9EBCD570-9CF6-4DC0-A9A7-41C51D9BAA40}" srcOrd="1" destOrd="0" presId="urn:microsoft.com/office/officeart/2005/8/layout/process1"/>
    <dgm:cxn modelId="{D4E4EB41-B72F-4E24-80C4-79EB091AF201}" srcId="{185E8187-76DE-42BF-A4E7-8B049DB26068}" destId="{83E5F244-24A6-4BC0-855E-6F9C7E6431CC}" srcOrd="2" destOrd="0" parTransId="{C1BEDAF2-A869-4621-A5E8-BB6B97480A79}" sibTransId="{A45DAC08-C953-419F-911A-75A8E3DF64B4}"/>
    <dgm:cxn modelId="{31BF0445-EDB1-4ECF-9611-A9D76916710E}" type="presOf" srcId="{61C5436C-E5AD-4FC9-9FFE-96509CB04CC6}" destId="{922B6789-1230-450C-BB78-029AA615C60D}" srcOrd="0" destOrd="0" presId="urn:microsoft.com/office/officeart/2005/8/layout/process1"/>
    <dgm:cxn modelId="{19DEE348-7CF4-418C-8EB6-C19A6F4403C4}" type="presOf" srcId="{631785D8-23B5-468F-AADC-F88BC6D71345}" destId="{7458E237-8D9D-4485-AACC-1873C78D3106}" srcOrd="0" destOrd="0" presId="urn:microsoft.com/office/officeart/2005/8/layout/process1"/>
    <dgm:cxn modelId="{E13D6272-2464-4FB3-8C51-08F918B7216B}" type="presOf" srcId="{A45DAC08-C953-419F-911A-75A8E3DF64B4}" destId="{5866AA57-BD44-4C88-8204-374011102657}" srcOrd="1" destOrd="0" presId="urn:microsoft.com/office/officeart/2005/8/layout/process1"/>
    <dgm:cxn modelId="{7364B552-FC34-421C-80AF-9D49B41FA5E0}" type="presOf" srcId="{2953D7B6-2E1A-4DD4-AF9E-979A1ECDA105}" destId="{62F638C6-AA7F-40F2-8673-4B4A00FA1C13}" srcOrd="0" destOrd="0" presId="urn:microsoft.com/office/officeart/2005/8/layout/process1"/>
    <dgm:cxn modelId="{F9D39454-03C9-43B8-816C-464274E8FB14}" type="presOf" srcId="{83E5F244-24A6-4BC0-855E-6F9C7E6431CC}" destId="{CF16BB33-7BF7-46B6-B1BE-E20981A6CE9F}" srcOrd="0" destOrd="0" presId="urn:microsoft.com/office/officeart/2005/8/layout/process1"/>
    <dgm:cxn modelId="{FD5B5175-8692-4B82-AFF2-0BAAC5847BD0}" type="presOf" srcId="{9761E9DE-99A2-4412-ACC6-AFB45F52A939}" destId="{A50A3895-01ED-429A-8C73-53333C2E170B}" srcOrd="1" destOrd="0" presId="urn:microsoft.com/office/officeart/2005/8/layout/process1"/>
    <dgm:cxn modelId="{2637F755-A0F3-4233-8832-017533A7C94B}" type="presOf" srcId="{49491858-9CFC-4E3F-A8F1-437BD39530BF}" destId="{EA56B7C1-68C9-455F-995B-C255EE2EBAAD}" srcOrd="0" destOrd="0" presId="urn:microsoft.com/office/officeart/2005/8/layout/process1"/>
    <dgm:cxn modelId="{490A485A-0A87-46DC-8A62-FF74373A6736}" type="presOf" srcId="{49491858-9CFC-4E3F-A8F1-437BD39530BF}" destId="{896180A5-D606-4CE6-9664-C1B6A359D070}" srcOrd="1" destOrd="0" presId="urn:microsoft.com/office/officeart/2005/8/layout/process1"/>
    <dgm:cxn modelId="{6C249589-860A-4400-8602-F4FDE5873EAC}" type="presOf" srcId="{185E8187-76DE-42BF-A4E7-8B049DB26068}" destId="{168A4CEC-3F47-4FA4-A94F-74D400577782}" srcOrd="0" destOrd="0" presId="urn:microsoft.com/office/officeart/2005/8/layout/process1"/>
    <dgm:cxn modelId="{C8D94C8A-592F-4215-840A-4C1D2CB7291C}" type="presOf" srcId="{9761E9DE-99A2-4412-ACC6-AFB45F52A939}" destId="{436E6378-1C72-426E-BD99-5004FC2247D0}" srcOrd="0" destOrd="0" presId="urn:microsoft.com/office/officeart/2005/8/layout/process1"/>
    <dgm:cxn modelId="{559589AC-A248-4965-9650-02E81D643F1D}" type="presOf" srcId="{5108BFD9-74E5-4C6B-9C7C-BB74C9D6FD4A}" destId="{F49FAB79-8EC1-49DB-9341-323EE283F1F9}" srcOrd="0" destOrd="0" presId="urn:microsoft.com/office/officeart/2005/8/layout/process1"/>
    <dgm:cxn modelId="{933F4CC8-4E07-4C53-A7E3-0066A04EB343}" type="presOf" srcId="{A45DAC08-C953-419F-911A-75A8E3DF64B4}" destId="{D18AC02B-86CF-422B-9562-2FC9E724A181}" srcOrd="0" destOrd="0" presId="urn:microsoft.com/office/officeart/2005/8/layout/process1"/>
    <dgm:cxn modelId="{20823FCA-D683-4850-9358-28B126DE1DE9}" srcId="{185E8187-76DE-42BF-A4E7-8B049DB26068}" destId="{61C5436C-E5AD-4FC9-9FFE-96509CB04CC6}" srcOrd="0" destOrd="0" parTransId="{677C8280-117A-452F-A00C-C9ED7296FFDF}" sibTransId="{2953D7B6-2E1A-4DD4-AF9E-979A1ECDA105}"/>
    <dgm:cxn modelId="{6C6C20CC-5CC8-4B86-A797-523814014DAF}" srcId="{185E8187-76DE-42BF-A4E7-8B049DB26068}" destId="{2ED3DFC0-B851-4D89-B006-3C8C32AE9500}" srcOrd="4" destOrd="0" parTransId="{DD178C25-B20D-4F09-AE0F-E7D48F19322B}" sibTransId="{A8A6FAD0-AEB1-4998-BB72-E658AE842A2F}"/>
    <dgm:cxn modelId="{C02350CF-CF85-4BE8-81C8-F6EF86DE8C38}" type="presOf" srcId="{2ED3DFC0-B851-4D89-B006-3C8C32AE9500}" destId="{0D750655-CDDD-48D1-A18A-CB00D8A47095}" srcOrd="0" destOrd="0" presId="urn:microsoft.com/office/officeart/2005/8/layout/process1"/>
    <dgm:cxn modelId="{6CC979E4-B2C9-4C28-AB9A-C1E9DCB1AE61}" srcId="{185E8187-76DE-42BF-A4E7-8B049DB26068}" destId="{5108BFD9-74E5-4C6B-9C7C-BB74C9D6FD4A}" srcOrd="1" destOrd="0" parTransId="{B2FD9022-C9D1-4B5A-BA18-F961E90FF71C}" sibTransId="{9761E9DE-99A2-4412-ACC6-AFB45F52A939}"/>
    <dgm:cxn modelId="{8B4D9867-B118-42C4-AD7E-2A92DEBC24A2}" type="presParOf" srcId="{168A4CEC-3F47-4FA4-A94F-74D400577782}" destId="{922B6789-1230-450C-BB78-029AA615C60D}" srcOrd="0" destOrd="0" presId="urn:microsoft.com/office/officeart/2005/8/layout/process1"/>
    <dgm:cxn modelId="{BE059118-AC75-4ABE-822D-F1FC3C2BD2BC}" type="presParOf" srcId="{168A4CEC-3F47-4FA4-A94F-74D400577782}" destId="{62F638C6-AA7F-40F2-8673-4B4A00FA1C13}" srcOrd="1" destOrd="0" presId="urn:microsoft.com/office/officeart/2005/8/layout/process1"/>
    <dgm:cxn modelId="{57E0C543-5170-4127-8AAE-514C4CF93B35}" type="presParOf" srcId="{62F638C6-AA7F-40F2-8673-4B4A00FA1C13}" destId="{9EBCD570-9CF6-4DC0-A9A7-41C51D9BAA40}" srcOrd="0" destOrd="0" presId="urn:microsoft.com/office/officeart/2005/8/layout/process1"/>
    <dgm:cxn modelId="{963B75F2-8F9E-49FC-941B-6F22C71B0BA5}" type="presParOf" srcId="{168A4CEC-3F47-4FA4-A94F-74D400577782}" destId="{F49FAB79-8EC1-49DB-9341-323EE283F1F9}" srcOrd="2" destOrd="0" presId="urn:microsoft.com/office/officeart/2005/8/layout/process1"/>
    <dgm:cxn modelId="{43314841-7F46-4D7B-9D54-15099A1E6BD4}" type="presParOf" srcId="{168A4CEC-3F47-4FA4-A94F-74D400577782}" destId="{436E6378-1C72-426E-BD99-5004FC2247D0}" srcOrd="3" destOrd="0" presId="urn:microsoft.com/office/officeart/2005/8/layout/process1"/>
    <dgm:cxn modelId="{794773F1-43A5-46A1-8934-61DCE38F962A}" type="presParOf" srcId="{436E6378-1C72-426E-BD99-5004FC2247D0}" destId="{A50A3895-01ED-429A-8C73-53333C2E170B}" srcOrd="0" destOrd="0" presId="urn:microsoft.com/office/officeart/2005/8/layout/process1"/>
    <dgm:cxn modelId="{2D0593BB-E6D1-4B21-8816-99D929DBA126}" type="presParOf" srcId="{168A4CEC-3F47-4FA4-A94F-74D400577782}" destId="{CF16BB33-7BF7-46B6-B1BE-E20981A6CE9F}" srcOrd="4" destOrd="0" presId="urn:microsoft.com/office/officeart/2005/8/layout/process1"/>
    <dgm:cxn modelId="{92B3F2D1-6C85-471B-8144-72276367C23C}" type="presParOf" srcId="{168A4CEC-3F47-4FA4-A94F-74D400577782}" destId="{D18AC02B-86CF-422B-9562-2FC9E724A181}" srcOrd="5" destOrd="0" presId="urn:microsoft.com/office/officeart/2005/8/layout/process1"/>
    <dgm:cxn modelId="{F243B9CB-FC0F-41AB-9925-4AF5E47A4795}" type="presParOf" srcId="{D18AC02B-86CF-422B-9562-2FC9E724A181}" destId="{5866AA57-BD44-4C88-8204-374011102657}" srcOrd="0" destOrd="0" presId="urn:microsoft.com/office/officeart/2005/8/layout/process1"/>
    <dgm:cxn modelId="{339ED068-41B7-48C5-B322-4CEBAE84A6D3}" type="presParOf" srcId="{168A4CEC-3F47-4FA4-A94F-74D400577782}" destId="{7458E237-8D9D-4485-AACC-1873C78D3106}" srcOrd="6" destOrd="0" presId="urn:microsoft.com/office/officeart/2005/8/layout/process1"/>
    <dgm:cxn modelId="{8A0772D8-091C-4000-B73D-B65F38AACFB3}" type="presParOf" srcId="{168A4CEC-3F47-4FA4-A94F-74D400577782}" destId="{EA56B7C1-68C9-455F-995B-C255EE2EBAAD}" srcOrd="7" destOrd="0" presId="urn:microsoft.com/office/officeart/2005/8/layout/process1"/>
    <dgm:cxn modelId="{92324C6C-B25A-4CB6-862D-88CEABED42E1}" type="presParOf" srcId="{EA56B7C1-68C9-455F-995B-C255EE2EBAAD}" destId="{896180A5-D606-4CE6-9664-C1B6A359D070}" srcOrd="0" destOrd="0" presId="urn:microsoft.com/office/officeart/2005/8/layout/process1"/>
    <dgm:cxn modelId="{27AA6979-293D-454C-B297-0A728243D637}" type="presParOf" srcId="{168A4CEC-3F47-4FA4-A94F-74D400577782}" destId="{0D750655-CDDD-48D1-A18A-CB00D8A4709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2F0C93-85D9-4024-BB9E-40C1BC34C65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2936DEB-0199-4C06-9761-C0BACC24132C}">
      <dgm:prSet phldrT="[Text]" custT="1"/>
      <dgm:spPr/>
      <dgm:t>
        <a:bodyPr/>
        <a:lstStyle/>
        <a:p>
          <a:r>
            <a:rPr lang="en-US" sz="1400" dirty="0"/>
            <a:t>Vertex shader</a:t>
          </a:r>
        </a:p>
      </dgm:t>
    </dgm:pt>
    <dgm:pt modelId="{103F45F4-CC6F-4977-ADB5-933AEC6BB3DA}" type="parTrans" cxnId="{E363CEC7-9270-4982-A307-68AFF441467A}">
      <dgm:prSet/>
      <dgm:spPr/>
      <dgm:t>
        <a:bodyPr/>
        <a:lstStyle/>
        <a:p>
          <a:endParaRPr lang="en-US"/>
        </a:p>
      </dgm:t>
    </dgm:pt>
    <dgm:pt modelId="{FD562F09-16F8-4457-9F34-087E6634A315}" type="sibTrans" cxnId="{E363CEC7-9270-4982-A307-68AFF441467A}">
      <dgm:prSet/>
      <dgm:spPr/>
      <dgm:t>
        <a:bodyPr/>
        <a:lstStyle/>
        <a:p>
          <a:endParaRPr lang="en-US"/>
        </a:p>
      </dgm:t>
    </dgm:pt>
    <dgm:pt modelId="{4F0660E0-67B3-4F3E-9063-59B061716686}">
      <dgm:prSet phldrT="[Text]" custT="1"/>
      <dgm:spPr/>
      <dgm:t>
        <a:bodyPr/>
        <a:lstStyle/>
        <a:p>
          <a:r>
            <a:rPr lang="en-US" sz="1600" dirty="0"/>
            <a:t>Rasterization</a:t>
          </a:r>
        </a:p>
      </dgm:t>
    </dgm:pt>
    <dgm:pt modelId="{AFC02213-4349-4AC2-989D-4EC910774A89}" type="parTrans" cxnId="{0A0D64D1-B56A-438A-8CB2-69F4CF267167}">
      <dgm:prSet/>
      <dgm:spPr/>
      <dgm:t>
        <a:bodyPr/>
        <a:lstStyle/>
        <a:p>
          <a:endParaRPr lang="en-US"/>
        </a:p>
      </dgm:t>
    </dgm:pt>
    <dgm:pt modelId="{04F3BB50-D752-4E2D-90AC-669FFE9C134F}" type="sibTrans" cxnId="{0A0D64D1-B56A-438A-8CB2-69F4CF267167}">
      <dgm:prSet/>
      <dgm:spPr/>
      <dgm:t>
        <a:bodyPr/>
        <a:lstStyle/>
        <a:p>
          <a:endParaRPr lang="en-US"/>
        </a:p>
      </dgm:t>
    </dgm:pt>
    <dgm:pt modelId="{C9534A2A-F9A9-4B1E-B373-6E6FDF4BF954}">
      <dgm:prSet phldrT="[Text]"/>
      <dgm:spPr/>
      <dgm:t>
        <a:bodyPr/>
        <a:lstStyle/>
        <a:p>
          <a:r>
            <a:rPr lang="en-US" dirty="0"/>
            <a:t>Pixel shader</a:t>
          </a:r>
        </a:p>
      </dgm:t>
    </dgm:pt>
    <dgm:pt modelId="{7C14DDAA-6A98-48E1-8463-D97F5F7B4968}" type="parTrans" cxnId="{5A484B65-D479-4168-BA0A-8B202580D68A}">
      <dgm:prSet/>
      <dgm:spPr/>
      <dgm:t>
        <a:bodyPr/>
        <a:lstStyle/>
        <a:p>
          <a:endParaRPr lang="en-US"/>
        </a:p>
      </dgm:t>
    </dgm:pt>
    <dgm:pt modelId="{8B1C323F-C327-4EAA-82B2-664FDC865D79}" type="sibTrans" cxnId="{5A484B65-D479-4168-BA0A-8B202580D68A}">
      <dgm:prSet/>
      <dgm:spPr/>
      <dgm:t>
        <a:bodyPr/>
        <a:lstStyle/>
        <a:p>
          <a:endParaRPr lang="en-US"/>
        </a:p>
      </dgm:t>
    </dgm:pt>
    <dgm:pt modelId="{DAB52E96-8DCB-4532-8E3A-BBE69F30D556}">
      <dgm:prSet phldrT="[Text]" custT="1"/>
      <dgm:spPr/>
      <dgm:t>
        <a:bodyPr/>
        <a:lstStyle/>
        <a:p>
          <a:r>
            <a:rPr lang="en-US" sz="1400" dirty="0"/>
            <a:t>Screen space  quad</a:t>
          </a:r>
        </a:p>
      </dgm:t>
    </dgm:pt>
    <dgm:pt modelId="{6B81AD10-ED72-4A4C-882E-AB141216915A}" type="parTrans" cxnId="{551982C9-EA6B-4ACD-9317-D099FFB8E822}">
      <dgm:prSet/>
      <dgm:spPr/>
      <dgm:t>
        <a:bodyPr/>
        <a:lstStyle/>
        <a:p>
          <a:endParaRPr lang="en-US"/>
        </a:p>
      </dgm:t>
    </dgm:pt>
    <dgm:pt modelId="{062B9E6C-4832-4E67-959C-0530E0AEA9CB}" type="sibTrans" cxnId="{551982C9-EA6B-4ACD-9317-D099FFB8E822}">
      <dgm:prSet/>
      <dgm:spPr/>
      <dgm:t>
        <a:bodyPr/>
        <a:lstStyle/>
        <a:p>
          <a:endParaRPr lang="en-US"/>
        </a:p>
      </dgm:t>
    </dgm:pt>
    <dgm:pt modelId="{916EF315-FF3C-4CEE-8E5D-43A4262C40DA}">
      <dgm:prSet phldrT="[Text]"/>
      <dgm:spPr/>
      <dgm:t>
        <a:bodyPr/>
        <a:lstStyle/>
        <a:p>
          <a:r>
            <a:rPr lang="en-US" dirty="0"/>
            <a:t>Lighting calculation using G-buffer textures</a:t>
          </a:r>
        </a:p>
      </dgm:t>
    </dgm:pt>
    <dgm:pt modelId="{869DFBA1-6291-4C0B-9354-610762682A48}" type="parTrans" cxnId="{9C5AC4FE-87F4-458E-A831-90ACB4B06599}">
      <dgm:prSet/>
      <dgm:spPr/>
      <dgm:t>
        <a:bodyPr/>
        <a:lstStyle/>
        <a:p>
          <a:endParaRPr lang="en-US"/>
        </a:p>
      </dgm:t>
    </dgm:pt>
    <dgm:pt modelId="{6FB816EF-BC02-489D-BCF5-279B913BBDDF}" type="sibTrans" cxnId="{9C5AC4FE-87F4-458E-A831-90ACB4B06599}">
      <dgm:prSet/>
      <dgm:spPr/>
      <dgm:t>
        <a:bodyPr/>
        <a:lstStyle/>
        <a:p>
          <a:endParaRPr lang="en-US"/>
        </a:p>
      </dgm:t>
    </dgm:pt>
    <dgm:pt modelId="{BBD56654-6350-4188-94CC-8AA341F0178E}">
      <dgm:prSet phldrT="[Text]" custT="1"/>
      <dgm:spPr/>
      <dgm:t>
        <a:bodyPr/>
        <a:lstStyle/>
        <a:p>
          <a:r>
            <a:rPr lang="en-US" sz="2000" dirty="0"/>
            <a:t>Frame buffer</a:t>
          </a:r>
        </a:p>
      </dgm:t>
    </dgm:pt>
    <dgm:pt modelId="{DE2E6EA3-7C97-4F6E-99A5-E31CA7ECED31}" type="sibTrans" cxnId="{6F391A21-4549-40DB-BFAA-F16C522A30C6}">
      <dgm:prSet/>
      <dgm:spPr/>
      <dgm:t>
        <a:bodyPr/>
        <a:lstStyle/>
        <a:p>
          <a:endParaRPr lang="en-US"/>
        </a:p>
      </dgm:t>
    </dgm:pt>
    <dgm:pt modelId="{86E10263-6F87-417E-8D45-FCFF5EE50007}" type="parTrans" cxnId="{6F391A21-4549-40DB-BFAA-F16C522A30C6}">
      <dgm:prSet/>
      <dgm:spPr/>
      <dgm:t>
        <a:bodyPr/>
        <a:lstStyle/>
        <a:p>
          <a:endParaRPr lang="en-US"/>
        </a:p>
      </dgm:t>
    </dgm:pt>
    <dgm:pt modelId="{15D1AC30-987F-4CD4-8662-6265561C854A}" type="pres">
      <dgm:prSet presAssocID="{752F0C93-85D9-4024-BB9E-40C1BC34C65A}" presName="Name0" presStyleCnt="0">
        <dgm:presLayoutVars>
          <dgm:dir/>
          <dgm:resizeHandles val="exact"/>
        </dgm:presLayoutVars>
      </dgm:prSet>
      <dgm:spPr/>
    </dgm:pt>
    <dgm:pt modelId="{2FFD1885-4ED1-4D24-912B-65D1B6508008}" type="pres">
      <dgm:prSet presAssocID="{D2936DEB-0199-4C06-9761-C0BACC24132C}" presName="node" presStyleLbl="node1" presStyleIdx="0" presStyleCnt="4" custScaleX="38991" custScaleY="40370" custLinFactNeighborX="12252">
        <dgm:presLayoutVars>
          <dgm:bulletEnabled val="1"/>
        </dgm:presLayoutVars>
      </dgm:prSet>
      <dgm:spPr/>
    </dgm:pt>
    <dgm:pt modelId="{A21394AA-D430-4900-A1A1-54D6E19E0044}" type="pres">
      <dgm:prSet presAssocID="{FD562F09-16F8-4457-9F34-087E6634A315}" presName="sibTrans" presStyleLbl="sibTrans2D1" presStyleIdx="0" presStyleCnt="3" custScaleX="81854" custScaleY="48028"/>
      <dgm:spPr/>
    </dgm:pt>
    <dgm:pt modelId="{BCADB347-EAD8-4B1F-B23B-AABDDF34AD51}" type="pres">
      <dgm:prSet presAssocID="{FD562F09-16F8-4457-9F34-087E6634A315}" presName="connectorText" presStyleLbl="sibTrans2D1" presStyleIdx="0" presStyleCnt="3"/>
      <dgm:spPr/>
    </dgm:pt>
    <dgm:pt modelId="{A45B1DB0-AEB0-411F-99BA-5236636BA3E5}" type="pres">
      <dgm:prSet presAssocID="{4F0660E0-67B3-4F3E-9063-59B061716686}" presName="node" presStyleLbl="node1" presStyleIdx="1" presStyleCnt="4" custScaleX="37421" custScaleY="37760" custLinFactY="45051" custLinFactNeighborX="-38078" custLinFactNeighborY="100000">
        <dgm:presLayoutVars>
          <dgm:bulletEnabled val="1"/>
        </dgm:presLayoutVars>
      </dgm:prSet>
      <dgm:spPr/>
    </dgm:pt>
    <dgm:pt modelId="{5E31EE9D-416F-40D6-B6A6-E5BAA7D9DD2C}" type="pres">
      <dgm:prSet presAssocID="{04F3BB50-D752-4E2D-90AC-669FFE9C134F}" presName="sibTrans" presStyleLbl="sibTrans2D1" presStyleIdx="1" presStyleCnt="3" custScaleX="125520" custScaleY="52888"/>
      <dgm:spPr/>
    </dgm:pt>
    <dgm:pt modelId="{267C21D1-F3D7-465C-A802-D336DEBFB207}" type="pres">
      <dgm:prSet presAssocID="{04F3BB50-D752-4E2D-90AC-669FFE9C134F}" presName="connectorText" presStyleLbl="sibTrans2D1" presStyleIdx="1" presStyleCnt="3"/>
      <dgm:spPr/>
    </dgm:pt>
    <dgm:pt modelId="{D6DA548A-E44A-4D30-A2C5-D6697AB62E53}" type="pres">
      <dgm:prSet presAssocID="{C9534A2A-F9A9-4B1E-B373-6E6FDF4BF954}" presName="node" presStyleLbl="node1" presStyleIdx="2" presStyleCnt="4" custScaleX="39321" custScaleY="36194" custLinFactY="34492" custLinFactNeighborX="-86979" custLinFactNeighborY="100000">
        <dgm:presLayoutVars>
          <dgm:bulletEnabled val="1"/>
        </dgm:presLayoutVars>
      </dgm:prSet>
      <dgm:spPr/>
    </dgm:pt>
    <dgm:pt modelId="{FB980D47-81D1-4A97-B835-4782532A7CAA}" type="pres">
      <dgm:prSet presAssocID="{8B1C323F-C327-4EAA-82B2-664FDC865D79}" presName="sibTrans" presStyleLbl="sibTrans2D1" presStyleIdx="2" presStyleCnt="3"/>
      <dgm:spPr/>
    </dgm:pt>
    <dgm:pt modelId="{CC2421CD-D7E5-4042-AA7E-D1A9AE85FFE8}" type="pres">
      <dgm:prSet presAssocID="{8B1C323F-C327-4EAA-82B2-664FDC865D79}" presName="connectorText" presStyleLbl="sibTrans2D1" presStyleIdx="2" presStyleCnt="3"/>
      <dgm:spPr/>
    </dgm:pt>
    <dgm:pt modelId="{369E0B32-1777-42CE-BCC3-A47E1C32BEB2}" type="pres">
      <dgm:prSet presAssocID="{BBD56654-6350-4188-94CC-8AA341F0178E}" presName="node" presStyleLbl="node1" presStyleIdx="3" presStyleCnt="4" custScaleX="35893" custScaleY="42710">
        <dgm:presLayoutVars>
          <dgm:bulletEnabled val="1"/>
        </dgm:presLayoutVars>
      </dgm:prSet>
      <dgm:spPr/>
    </dgm:pt>
  </dgm:ptLst>
  <dgm:cxnLst>
    <dgm:cxn modelId="{6F391A21-4549-40DB-BFAA-F16C522A30C6}" srcId="{752F0C93-85D9-4024-BB9E-40C1BC34C65A}" destId="{BBD56654-6350-4188-94CC-8AA341F0178E}" srcOrd="3" destOrd="0" parTransId="{86E10263-6F87-417E-8D45-FCFF5EE50007}" sibTransId="{DE2E6EA3-7C97-4F6E-99A5-E31CA7ECED31}"/>
    <dgm:cxn modelId="{E7B44C2C-20F0-4216-B664-024CC2766E51}" type="presOf" srcId="{4F0660E0-67B3-4F3E-9063-59B061716686}" destId="{A45B1DB0-AEB0-411F-99BA-5236636BA3E5}" srcOrd="0" destOrd="0" presId="urn:microsoft.com/office/officeart/2005/8/layout/process1"/>
    <dgm:cxn modelId="{722C8E37-06A5-434A-9A39-2CB110EDB051}" type="presOf" srcId="{916EF315-FF3C-4CEE-8E5D-43A4262C40DA}" destId="{D6DA548A-E44A-4D30-A2C5-D6697AB62E53}" srcOrd="0" destOrd="1" presId="urn:microsoft.com/office/officeart/2005/8/layout/process1"/>
    <dgm:cxn modelId="{5A484B65-D479-4168-BA0A-8B202580D68A}" srcId="{752F0C93-85D9-4024-BB9E-40C1BC34C65A}" destId="{C9534A2A-F9A9-4B1E-B373-6E6FDF4BF954}" srcOrd="2" destOrd="0" parTransId="{7C14DDAA-6A98-48E1-8463-D97F5F7B4968}" sibTransId="{8B1C323F-C327-4EAA-82B2-664FDC865D79}"/>
    <dgm:cxn modelId="{A26FBB7B-6491-47BE-B69C-6B3724E5DBC7}" type="presOf" srcId="{FD562F09-16F8-4457-9F34-087E6634A315}" destId="{A21394AA-D430-4900-A1A1-54D6E19E0044}" srcOrd="0" destOrd="0" presId="urn:microsoft.com/office/officeart/2005/8/layout/process1"/>
    <dgm:cxn modelId="{6900C093-E27F-4475-AEAA-715CC3C2AF91}" type="presOf" srcId="{8B1C323F-C327-4EAA-82B2-664FDC865D79}" destId="{CC2421CD-D7E5-4042-AA7E-D1A9AE85FFE8}" srcOrd="1" destOrd="0" presId="urn:microsoft.com/office/officeart/2005/8/layout/process1"/>
    <dgm:cxn modelId="{CB7DFA95-9716-4037-B93C-D2F389E79609}" type="presOf" srcId="{04F3BB50-D752-4E2D-90AC-669FFE9C134F}" destId="{5E31EE9D-416F-40D6-B6A6-E5BAA7D9DD2C}" srcOrd="0" destOrd="0" presId="urn:microsoft.com/office/officeart/2005/8/layout/process1"/>
    <dgm:cxn modelId="{290214AF-EEE2-40B4-B591-A59A97F2C974}" type="presOf" srcId="{BBD56654-6350-4188-94CC-8AA341F0178E}" destId="{369E0B32-1777-42CE-BCC3-A47E1C32BEB2}" srcOrd="0" destOrd="0" presId="urn:microsoft.com/office/officeart/2005/8/layout/process1"/>
    <dgm:cxn modelId="{5D9432AF-8451-4D84-A9C0-C670B7285B3D}" type="presOf" srcId="{8B1C323F-C327-4EAA-82B2-664FDC865D79}" destId="{FB980D47-81D1-4A97-B835-4782532A7CAA}" srcOrd="0" destOrd="0" presId="urn:microsoft.com/office/officeart/2005/8/layout/process1"/>
    <dgm:cxn modelId="{E363CEC7-9270-4982-A307-68AFF441467A}" srcId="{752F0C93-85D9-4024-BB9E-40C1BC34C65A}" destId="{D2936DEB-0199-4C06-9761-C0BACC24132C}" srcOrd="0" destOrd="0" parTransId="{103F45F4-CC6F-4977-ADB5-933AEC6BB3DA}" sibTransId="{FD562F09-16F8-4457-9F34-087E6634A315}"/>
    <dgm:cxn modelId="{551982C9-EA6B-4ACD-9317-D099FFB8E822}" srcId="{D2936DEB-0199-4C06-9761-C0BACC24132C}" destId="{DAB52E96-8DCB-4532-8E3A-BBE69F30D556}" srcOrd="0" destOrd="0" parTransId="{6B81AD10-ED72-4A4C-882E-AB141216915A}" sibTransId="{062B9E6C-4832-4E67-959C-0530E0AEA9CB}"/>
    <dgm:cxn modelId="{0A0D64D1-B56A-438A-8CB2-69F4CF267167}" srcId="{752F0C93-85D9-4024-BB9E-40C1BC34C65A}" destId="{4F0660E0-67B3-4F3E-9063-59B061716686}" srcOrd="1" destOrd="0" parTransId="{AFC02213-4349-4AC2-989D-4EC910774A89}" sibTransId="{04F3BB50-D752-4E2D-90AC-669FFE9C134F}"/>
    <dgm:cxn modelId="{610BA4E2-1B71-4D58-B719-C1716552A971}" type="presOf" srcId="{D2936DEB-0199-4C06-9761-C0BACC24132C}" destId="{2FFD1885-4ED1-4D24-912B-65D1B6508008}" srcOrd="0" destOrd="0" presId="urn:microsoft.com/office/officeart/2005/8/layout/process1"/>
    <dgm:cxn modelId="{2E6087E3-DBE1-499B-ADF5-B6174F248A54}" type="presOf" srcId="{752F0C93-85D9-4024-BB9E-40C1BC34C65A}" destId="{15D1AC30-987F-4CD4-8662-6265561C854A}" srcOrd="0" destOrd="0" presId="urn:microsoft.com/office/officeart/2005/8/layout/process1"/>
    <dgm:cxn modelId="{622C2EE5-6CF3-4151-A152-DA49ABAC104A}" type="presOf" srcId="{DAB52E96-8DCB-4532-8E3A-BBE69F30D556}" destId="{2FFD1885-4ED1-4D24-912B-65D1B6508008}" srcOrd="0" destOrd="1" presId="urn:microsoft.com/office/officeart/2005/8/layout/process1"/>
    <dgm:cxn modelId="{B696B3EB-D84A-4EEC-A23E-BBB0538BBD7B}" type="presOf" srcId="{04F3BB50-D752-4E2D-90AC-669FFE9C134F}" destId="{267C21D1-F3D7-465C-A802-D336DEBFB207}" srcOrd="1" destOrd="0" presId="urn:microsoft.com/office/officeart/2005/8/layout/process1"/>
    <dgm:cxn modelId="{A92D0DF0-4216-4AD9-BB73-D14FB7F034F8}" type="presOf" srcId="{FD562F09-16F8-4457-9F34-087E6634A315}" destId="{BCADB347-EAD8-4B1F-B23B-AABDDF34AD51}" srcOrd="1" destOrd="0" presId="urn:microsoft.com/office/officeart/2005/8/layout/process1"/>
    <dgm:cxn modelId="{D8BCFBF9-2496-47F1-821B-CCEBB90171CB}" type="presOf" srcId="{C9534A2A-F9A9-4B1E-B373-6E6FDF4BF954}" destId="{D6DA548A-E44A-4D30-A2C5-D6697AB62E53}" srcOrd="0" destOrd="0" presId="urn:microsoft.com/office/officeart/2005/8/layout/process1"/>
    <dgm:cxn modelId="{9C5AC4FE-87F4-458E-A831-90ACB4B06599}" srcId="{C9534A2A-F9A9-4B1E-B373-6E6FDF4BF954}" destId="{916EF315-FF3C-4CEE-8E5D-43A4262C40DA}" srcOrd="0" destOrd="0" parTransId="{869DFBA1-6291-4C0B-9354-610762682A48}" sibTransId="{6FB816EF-BC02-489D-BCF5-279B913BBDDF}"/>
    <dgm:cxn modelId="{62B9E7AA-5FB1-4B72-907B-0923DEBB89AF}" type="presParOf" srcId="{15D1AC30-987F-4CD4-8662-6265561C854A}" destId="{2FFD1885-4ED1-4D24-912B-65D1B6508008}" srcOrd="0" destOrd="0" presId="urn:microsoft.com/office/officeart/2005/8/layout/process1"/>
    <dgm:cxn modelId="{E461568F-0BCE-4651-BA3E-AC9EF8674F8F}" type="presParOf" srcId="{15D1AC30-987F-4CD4-8662-6265561C854A}" destId="{A21394AA-D430-4900-A1A1-54D6E19E0044}" srcOrd="1" destOrd="0" presId="urn:microsoft.com/office/officeart/2005/8/layout/process1"/>
    <dgm:cxn modelId="{8058B4E5-C2E7-4E6D-AFDD-06EC390F5856}" type="presParOf" srcId="{A21394AA-D430-4900-A1A1-54D6E19E0044}" destId="{BCADB347-EAD8-4B1F-B23B-AABDDF34AD51}" srcOrd="0" destOrd="0" presId="urn:microsoft.com/office/officeart/2005/8/layout/process1"/>
    <dgm:cxn modelId="{30ABD939-E6F3-40F5-B074-070984454DA3}" type="presParOf" srcId="{15D1AC30-987F-4CD4-8662-6265561C854A}" destId="{A45B1DB0-AEB0-411F-99BA-5236636BA3E5}" srcOrd="2" destOrd="0" presId="urn:microsoft.com/office/officeart/2005/8/layout/process1"/>
    <dgm:cxn modelId="{22DE1887-8CB1-4DA4-AEB5-78D9FED8447E}" type="presParOf" srcId="{15D1AC30-987F-4CD4-8662-6265561C854A}" destId="{5E31EE9D-416F-40D6-B6A6-E5BAA7D9DD2C}" srcOrd="3" destOrd="0" presId="urn:microsoft.com/office/officeart/2005/8/layout/process1"/>
    <dgm:cxn modelId="{4B4F4BF9-E9D3-4598-B457-96DF13464EFC}" type="presParOf" srcId="{5E31EE9D-416F-40D6-B6A6-E5BAA7D9DD2C}" destId="{267C21D1-F3D7-465C-A802-D336DEBFB207}" srcOrd="0" destOrd="0" presId="urn:microsoft.com/office/officeart/2005/8/layout/process1"/>
    <dgm:cxn modelId="{05FB8E1E-CCD5-47D4-B84A-8658ED9A8D8C}" type="presParOf" srcId="{15D1AC30-987F-4CD4-8662-6265561C854A}" destId="{D6DA548A-E44A-4D30-A2C5-D6697AB62E53}" srcOrd="4" destOrd="0" presId="urn:microsoft.com/office/officeart/2005/8/layout/process1"/>
    <dgm:cxn modelId="{960238FE-70B1-46AC-A6F1-1B0DD445BF24}" type="presParOf" srcId="{15D1AC30-987F-4CD4-8662-6265561C854A}" destId="{FB980D47-81D1-4A97-B835-4782532A7CAA}" srcOrd="5" destOrd="0" presId="urn:microsoft.com/office/officeart/2005/8/layout/process1"/>
    <dgm:cxn modelId="{2CF6B152-B06A-4AF9-9396-FCA296854D6C}" type="presParOf" srcId="{FB980D47-81D1-4A97-B835-4782532A7CAA}" destId="{CC2421CD-D7E5-4042-AA7E-D1A9AE85FFE8}" srcOrd="0" destOrd="0" presId="urn:microsoft.com/office/officeart/2005/8/layout/process1"/>
    <dgm:cxn modelId="{57217454-D1C2-4236-AA9B-8DF85A93D310}" type="presParOf" srcId="{15D1AC30-987F-4CD4-8662-6265561C854A}" destId="{369E0B32-1777-42CE-BCC3-A47E1C32BEB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0784E10-08BA-406B-9A9C-763A209BCF0F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D9ECE3-F1C9-44B1-BCEE-60F3E5DB2628}">
      <dgm:prSet phldrT="[Text]"/>
      <dgm:spPr/>
      <dgm:t>
        <a:bodyPr/>
        <a:lstStyle/>
        <a:p>
          <a:r>
            <a:rPr lang="en-US" dirty="0"/>
            <a:t>Create Texture</a:t>
          </a:r>
        </a:p>
      </dgm:t>
    </dgm:pt>
    <dgm:pt modelId="{925BDB11-E6D7-4CD4-9F6E-CF90DBEF5388}" type="parTrans" cxnId="{B9F61F21-6348-4FBC-B821-C1EFBD37314E}">
      <dgm:prSet/>
      <dgm:spPr/>
      <dgm:t>
        <a:bodyPr/>
        <a:lstStyle/>
        <a:p>
          <a:endParaRPr lang="en-US"/>
        </a:p>
      </dgm:t>
    </dgm:pt>
    <dgm:pt modelId="{EE42BEE4-BB2D-45C3-BD7E-56576E68777E}" type="sibTrans" cxnId="{B9F61F21-6348-4FBC-B821-C1EFBD37314E}">
      <dgm:prSet/>
      <dgm:spPr/>
      <dgm:t>
        <a:bodyPr/>
        <a:lstStyle/>
        <a:p>
          <a:endParaRPr lang="en-US"/>
        </a:p>
      </dgm:t>
    </dgm:pt>
    <dgm:pt modelId="{ED14B788-7B8E-4434-82CE-A7BD45682EEA}">
      <dgm:prSet phldrT="[Text]"/>
      <dgm:spPr/>
      <dgm:t>
        <a:bodyPr/>
        <a:lstStyle/>
        <a:p>
          <a:r>
            <a:rPr lang="en-US" dirty="0" err="1"/>
            <a:t>VkImage</a:t>
          </a:r>
          <a:endParaRPr lang="en-US" dirty="0"/>
        </a:p>
      </dgm:t>
    </dgm:pt>
    <dgm:pt modelId="{783A3AD5-9123-467C-A007-E40F39ACC01A}" type="parTrans" cxnId="{D8AA2DFB-27E8-474B-A321-C5F70D87F953}">
      <dgm:prSet/>
      <dgm:spPr/>
      <dgm:t>
        <a:bodyPr/>
        <a:lstStyle/>
        <a:p>
          <a:endParaRPr lang="en-US"/>
        </a:p>
      </dgm:t>
    </dgm:pt>
    <dgm:pt modelId="{1FEA5F92-024E-4236-A5CF-4EC25E74C9AC}" type="sibTrans" cxnId="{D8AA2DFB-27E8-474B-A321-C5F70D87F953}">
      <dgm:prSet/>
      <dgm:spPr/>
      <dgm:t>
        <a:bodyPr/>
        <a:lstStyle/>
        <a:p>
          <a:endParaRPr lang="en-US"/>
        </a:p>
      </dgm:t>
    </dgm:pt>
    <dgm:pt modelId="{B0CBC297-98FE-46B8-8138-A1DFF0C69C0F}">
      <dgm:prSet phldrT="[Text]"/>
      <dgm:spPr/>
      <dgm:t>
        <a:bodyPr/>
        <a:lstStyle/>
        <a:p>
          <a:r>
            <a:rPr lang="en-US" dirty="0"/>
            <a:t>Offscreen frame buffer</a:t>
          </a:r>
        </a:p>
      </dgm:t>
    </dgm:pt>
    <dgm:pt modelId="{728EBBAD-279C-4A80-A12F-676125BDA55E}" type="parTrans" cxnId="{2313D1F9-270B-4ECC-8B28-4A3AC48C867B}">
      <dgm:prSet/>
      <dgm:spPr/>
      <dgm:t>
        <a:bodyPr/>
        <a:lstStyle/>
        <a:p>
          <a:endParaRPr lang="en-US"/>
        </a:p>
      </dgm:t>
    </dgm:pt>
    <dgm:pt modelId="{12403952-3D22-4AD0-B4BC-6B2FECF86DD0}" type="sibTrans" cxnId="{2313D1F9-270B-4ECC-8B28-4A3AC48C867B}">
      <dgm:prSet/>
      <dgm:spPr/>
      <dgm:t>
        <a:bodyPr/>
        <a:lstStyle/>
        <a:p>
          <a:endParaRPr lang="en-US"/>
        </a:p>
      </dgm:t>
    </dgm:pt>
    <dgm:pt modelId="{87EC493C-4CAF-446C-AD24-057A44FF0E63}">
      <dgm:prSet phldrT="[Text]"/>
      <dgm:spPr/>
      <dgm:t>
        <a:bodyPr/>
        <a:lstStyle/>
        <a:p>
          <a:r>
            <a:rPr lang="en-US" dirty="0" err="1"/>
            <a:t>VkRenderPass</a:t>
          </a:r>
          <a:endParaRPr lang="en-US" dirty="0"/>
        </a:p>
      </dgm:t>
    </dgm:pt>
    <dgm:pt modelId="{A45EF81C-39A1-459A-B1D2-32C9EC80B9FA}" type="parTrans" cxnId="{18165919-9244-4ACE-B756-A2BDCEA266A0}">
      <dgm:prSet/>
      <dgm:spPr/>
      <dgm:t>
        <a:bodyPr/>
        <a:lstStyle/>
        <a:p>
          <a:endParaRPr lang="en-US"/>
        </a:p>
      </dgm:t>
    </dgm:pt>
    <dgm:pt modelId="{6EA40171-DBEC-43ED-B0E7-7B162976F50D}" type="sibTrans" cxnId="{18165919-9244-4ACE-B756-A2BDCEA266A0}">
      <dgm:prSet/>
      <dgm:spPr/>
      <dgm:t>
        <a:bodyPr/>
        <a:lstStyle/>
        <a:p>
          <a:endParaRPr lang="en-US"/>
        </a:p>
      </dgm:t>
    </dgm:pt>
    <dgm:pt modelId="{9A854521-5338-4560-85E1-9617F9111C9D}">
      <dgm:prSet phldrT="[Text]"/>
      <dgm:spPr/>
      <dgm:t>
        <a:bodyPr/>
        <a:lstStyle/>
        <a:p>
          <a:r>
            <a:rPr lang="en-US" dirty="0" err="1"/>
            <a:t>RecordCommandBuffer</a:t>
          </a:r>
          <a:endParaRPr lang="en-US" dirty="0"/>
        </a:p>
      </dgm:t>
    </dgm:pt>
    <dgm:pt modelId="{D81550F8-903A-4578-8239-0340FBDE97DA}" type="parTrans" cxnId="{AA9CF2F3-598A-4B94-80CD-40C2E82E3E28}">
      <dgm:prSet/>
      <dgm:spPr/>
      <dgm:t>
        <a:bodyPr/>
        <a:lstStyle/>
        <a:p>
          <a:endParaRPr lang="en-US"/>
        </a:p>
      </dgm:t>
    </dgm:pt>
    <dgm:pt modelId="{19F39325-6780-4F8C-B4EC-93E147B5B3CE}" type="sibTrans" cxnId="{AA9CF2F3-598A-4B94-80CD-40C2E82E3E28}">
      <dgm:prSet/>
      <dgm:spPr/>
      <dgm:t>
        <a:bodyPr/>
        <a:lstStyle/>
        <a:p>
          <a:endParaRPr lang="en-US"/>
        </a:p>
      </dgm:t>
    </dgm:pt>
    <dgm:pt modelId="{C127BBB4-C705-40AA-91DC-EBEE1F294919}">
      <dgm:prSet phldrT="[Text]"/>
      <dgm:spPr/>
      <dgm:t>
        <a:bodyPr/>
        <a:lstStyle/>
        <a:p>
          <a:endParaRPr lang="en-US" dirty="0"/>
        </a:p>
      </dgm:t>
    </dgm:pt>
    <dgm:pt modelId="{B7716A9A-65A0-47A3-B578-AED7B42A5903}" type="parTrans" cxnId="{1300AE15-EC05-4140-9518-87835EB5C883}">
      <dgm:prSet/>
      <dgm:spPr/>
      <dgm:t>
        <a:bodyPr/>
        <a:lstStyle/>
        <a:p>
          <a:endParaRPr lang="en-US"/>
        </a:p>
      </dgm:t>
    </dgm:pt>
    <dgm:pt modelId="{F4E2E784-60D4-42D7-BDE9-E404208FC4FC}" type="sibTrans" cxnId="{1300AE15-EC05-4140-9518-87835EB5C883}">
      <dgm:prSet/>
      <dgm:spPr/>
      <dgm:t>
        <a:bodyPr/>
        <a:lstStyle/>
        <a:p>
          <a:endParaRPr lang="en-US"/>
        </a:p>
      </dgm:t>
    </dgm:pt>
    <dgm:pt modelId="{4F13BD98-7BB4-48B6-8D15-57BD25753088}">
      <dgm:prSet phldrT="[Text]"/>
      <dgm:spPr/>
      <dgm:t>
        <a:bodyPr/>
        <a:lstStyle/>
        <a:p>
          <a:r>
            <a:rPr lang="en-US" dirty="0" err="1"/>
            <a:t>VkImageView</a:t>
          </a:r>
          <a:endParaRPr lang="en-US" dirty="0"/>
        </a:p>
      </dgm:t>
    </dgm:pt>
    <dgm:pt modelId="{D2C23B50-7809-4D80-9306-9D742212E20C}" type="parTrans" cxnId="{592C69DF-6396-4821-945E-344408B42532}">
      <dgm:prSet/>
      <dgm:spPr/>
      <dgm:t>
        <a:bodyPr/>
        <a:lstStyle/>
        <a:p>
          <a:endParaRPr lang="en-US"/>
        </a:p>
      </dgm:t>
    </dgm:pt>
    <dgm:pt modelId="{B7958213-8459-4451-BA99-1B5DCC633189}" type="sibTrans" cxnId="{592C69DF-6396-4821-945E-344408B42532}">
      <dgm:prSet/>
      <dgm:spPr/>
      <dgm:t>
        <a:bodyPr/>
        <a:lstStyle/>
        <a:p>
          <a:endParaRPr lang="en-US"/>
        </a:p>
      </dgm:t>
    </dgm:pt>
    <dgm:pt modelId="{465874FD-00AE-4027-87B4-C1178A0CFE33}">
      <dgm:prSet phldrT="[Text]"/>
      <dgm:spPr/>
      <dgm:t>
        <a:bodyPr/>
        <a:lstStyle/>
        <a:p>
          <a:r>
            <a:rPr lang="en-US" dirty="0" err="1"/>
            <a:t>VkDeviceMemory</a:t>
          </a:r>
          <a:endParaRPr lang="en-US" dirty="0"/>
        </a:p>
      </dgm:t>
    </dgm:pt>
    <dgm:pt modelId="{B28369C5-8271-418F-AFA5-E369758DD4A9}" type="parTrans" cxnId="{0D75C55C-7599-43D0-9F65-C934A0C44102}">
      <dgm:prSet/>
      <dgm:spPr/>
      <dgm:t>
        <a:bodyPr/>
        <a:lstStyle/>
        <a:p>
          <a:endParaRPr lang="en-US"/>
        </a:p>
      </dgm:t>
    </dgm:pt>
    <dgm:pt modelId="{E11E6F26-CC8A-49B3-9F60-22E533C7344A}" type="sibTrans" cxnId="{0D75C55C-7599-43D0-9F65-C934A0C44102}">
      <dgm:prSet/>
      <dgm:spPr/>
      <dgm:t>
        <a:bodyPr/>
        <a:lstStyle/>
        <a:p>
          <a:endParaRPr lang="en-US"/>
        </a:p>
      </dgm:t>
    </dgm:pt>
    <dgm:pt modelId="{832A53F0-15E8-45F0-80EF-3C0FCA836B97}">
      <dgm:prSet phldrT="[Text]"/>
      <dgm:spPr/>
      <dgm:t>
        <a:bodyPr/>
        <a:lstStyle/>
        <a:p>
          <a:r>
            <a:rPr lang="en-US" dirty="0" err="1"/>
            <a:t>VkBuffer</a:t>
          </a:r>
          <a:endParaRPr lang="en-US" dirty="0"/>
        </a:p>
      </dgm:t>
    </dgm:pt>
    <dgm:pt modelId="{17FF5DF5-5019-4831-977D-7E36EC8F2295}" type="parTrans" cxnId="{98DD2472-9E7A-4DEE-A5C5-B8BB4A5D93E9}">
      <dgm:prSet/>
      <dgm:spPr/>
      <dgm:t>
        <a:bodyPr/>
        <a:lstStyle/>
        <a:p>
          <a:endParaRPr lang="en-US"/>
        </a:p>
      </dgm:t>
    </dgm:pt>
    <dgm:pt modelId="{66B069BB-FB5E-4EB8-8660-120850D2FD97}" type="sibTrans" cxnId="{98DD2472-9E7A-4DEE-A5C5-B8BB4A5D93E9}">
      <dgm:prSet/>
      <dgm:spPr/>
      <dgm:t>
        <a:bodyPr/>
        <a:lstStyle/>
        <a:p>
          <a:endParaRPr lang="en-US"/>
        </a:p>
      </dgm:t>
    </dgm:pt>
    <dgm:pt modelId="{F6131EA8-B838-4D25-B754-072BFB7A2C5D}">
      <dgm:prSet phldrT="[Text]"/>
      <dgm:spPr/>
      <dgm:t>
        <a:bodyPr/>
        <a:lstStyle/>
        <a:p>
          <a:r>
            <a:rPr lang="en-US" dirty="0" err="1"/>
            <a:t>VkFrameBuffer</a:t>
          </a:r>
          <a:endParaRPr lang="en-US" dirty="0"/>
        </a:p>
      </dgm:t>
    </dgm:pt>
    <dgm:pt modelId="{45C6D2C1-7FF0-4971-8B82-AB18600ABFDC}" type="parTrans" cxnId="{5CCA09D8-5A2A-4F81-870D-9A7C51BF28C4}">
      <dgm:prSet/>
      <dgm:spPr/>
      <dgm:t>
        <a:bodyPr/>
        <a:lstStyle/>
        <a:p>
          <a:endParaRPr lang="en-US"/>
        </a:p>
      </dgm:t>
    </dgm:pt>
    <dgm:pt modelId="{B25F48D8-B8AE-4298-9E55-D877C8209EE8}" type="sibTrans" cxnId="{5CCA09D8-5A2A-4F81-870D-9A7C51BF28C4}">
      <dgm:prSet/>
      <dgm:spPr/>
      <dgm:t>
        <a:bodyPr/>
        <a:lstStyle/>
        <a:p>
          <a:endParaRPr lang="en-US"/>
        </a:p>
      </dgm:t>
    </dgm:pt>
    <dgm:pt modelId="{85F22C00-DC92-4D82-B8B5-3C61360CD087}">
      <dgm:prSet phldrT="[Text]"/>
      <dgm:spPr/>
      <dgm:t>
        <a:bodyPr/>
        <a:lstStyle/>
        <a:p>
          <a:r>
            <a:rPr lang="en-US" dirty="0" err="1"/>
            <a:t>VkCommandBufferBeginInfo</a:t>
          </a:r>
          <a:endParaRPr lang="en-US" dirty="0"/>
        </a:p>
      </dgm:t>
    </dgm:pt>
    <dgm:pt modelId="{70C30C10-F7C4-4E4B-9D9D-13A6A1C01298}" type="parTrans" cxnId="{38D89537-6115-476C-A181-A7190DAA0072}">
      <dgm:prSet/>
      <dgm:spPr/>
      <dgm:t>
        <a:bodyPr/>
        <a:lstStyle/>
        <a:p>
          <a:endParaRPr lang="en-US"/>
        </a:p>
      </dgm:t>
    </dgm:pt>
    <dgm:pt modelId="{13FC5945-4C4E-4B57-B343-FA1C3BBBBA17}" type="sibTrans" cxnId="{38D89537-6115-476C-A181-A7190DAA0072}">
      <dgm:prSet/>
      <dgm:spPr/>
      <dgm:t>
        <a:bodyPr/>
        <a:lstStyle/>
        <a:p>
          <a:endParaRPr lang="en-US"/>
        </a:p>
      </dgm:t>
    </dgm:pt>
    <dgm:pt modelId="{21761F9C-277A-42A3-BB2B-7B166496989A}">
      <dgm:prSet phldrT="[Text]"/>
      <dgm:spPr/>
      <dgm:t>
        <a:bodyPr/>
        <a:lstStyle/>
        <a:p>
          <a:r>
            <a:rPr lang="en-US" dirty="0" err="1"/>
            <a:t>VkRenderPassBeginInfo</a:t>
          </a:r>
          <a:endParaRPr lang="en-US" dirty="0"/>
        </a:p>
      </dgm:t>
    </dgm:pt>
    <dgm:pt modelId="{E2BCE436-CEE6-4CBB-ACF8-D4DF4B599724}" type="parTrans" cxnId="{CB894ECB-B157-4C83-8CED-2C71549B3D2A}">
      <dgm:prSet/>
      <dgm:spPr/>
      <dgm:t>
        <a:bodyPr/>
        <a:lstStyle/>
        <a:p>
          <a:endParaRPr lang="en-US"/>
        </a:p>
      </dgm:t>
    </dgm:pt>
    <dgm:pt modelId="{9D2942F0-6131-4EE7-A71E-8C0D2CC36877}" type="sibTrans" cxnId="{CB894ECB-B157-4C83-8CED-2C71549B3D2A}">
      <dgm:prSet/>
      <dgm:spPr/>
      <dgm:t>
        <a:bodyPr/>
        <a:lstStyle/>
        <a:p>
          <a:endParaRPr lang="en-US"/>
        </a:p>
      </dgm:t>
    </dgm:pt>
    <dgm:pt modelId="{8A1B201B-C850-43EB-B567-BABCDBB68CA7}">
      <dgm:prSet phldrT="[Text]"/>
      <dgm:spPr/>
      <dgm:t>
        <a:bodyPr/>
        <a:lstStyle/>
        <a:p>
          <a:r>
            <a:rPr lang="en-US" dirty="0"/>
            <a:t>Draw…</a:t>
          </a:r>
          <a:r>
            <a:rPr lang="en-US" dirty="0" err="1"/>
            <a:t>etc</a:t>
          </a:r>
          <a:endParaRPr lang="en-US" dirty="0"/>
        </a:p>
      </dgm:t>
    </dgm:pt>
    <dgm:pt modelId="{5B7567DA-1276-4DB9-9B33-0562D0852703}" type="parTrans" cxnId="{5EFEDE63-AE5C-49FE-8DDF-0863195E0900}">
      <dgm:prSet/>
      <dgm:spPr/>
      <dgm:t>
        <a:bodyPr/>
        <a:lstStyle/>
        <a:p>
          <a:endParaRPr lang="en-US"/>
        </a:p>
      </dgm:t>
    </dgm:pt>
    <dgm:pt modelId="{141F60AB-7571-45D6-A941-75753F8131CB}" type="sibTrans" cxnId="{5EFEDE63-AE5C-49FE-8DDF-0863195E0900}">
      <dgm:prSet/>
      <dgm:spPr/>
      <dgm:t>
        <a:bodyPr/>
        <a:lstStyle/>
        <a:p>
          <a:endParaRPr lang="en-US"/>
        </a:p>
      </dgm:t>
    </dgm:pt>
    <dgm:pt modelId="{75C3273C-FAB3-4624-A239-8EE919A767A1}">
      <dgm:prSet phldrT="[Text]"/>
      <dgm:spPr/>
      <dgm:t>
        <a:bodyPr/>
        <a:lstStyle/>
        <a:p>
          <a:r>
            <a:rPr lang="en-US" dirty="0" err="1"/>
            <a:t>vkCmdEndRenderPass</a:t>
          </a:r>
          <a:endParaRPr lang="en-US" dirty="0"/>
        </a:p>
      </dgm:t>
    </dgm:pt>
    <dgm:pt modelId="{AB36F30A-B23D-4626-8968-74E74AB81BBF}" type="parTrans" cxnId="{E758234C-4E7E-4A1A-93AD-B0387E061460}">
      <dgm:prSet/>
      <dgm:spPr/>
      <dgm:t>
        <a:bodyPr/>
        <a:lstStyle/>
        <a:p>
          <a:endParaRPr lang="en-US"/>
        </a:p>
      </dgm:t>
    </dgm:pt>
    <dgm:pt modelId="{23A5B18C-ED34-4649-9B01-BAD454A66420}" type="sibTrans" cxnId="{E758234C-4E7E-4A1A-93AD-B0387E061460}">
      <dgm:prSet/>
      <dgm:spPr/>
      <dgm:t>
        <a:bodyPr/>
        <a:lstStyle/>
        <a:p>
          <a:endParaRPr lang="en-US"/>
        </a:p>
      </dgm:t>
    </dgm:pt>
    <dgm:pt modelId="{B6CFF628-5A81-4723-B276-98A68A3621A3}">
      <dgm:prSet phldrT="[Text]"/>
      <dgm:spPr/>
      <dgm:t>
        <a:bodyPr/>
        <a:lstStyle/>
        <a:p>
          <a:r>
            <a:rPr lang="en-US" dirty="0" err="1"/>
            <a:t>vkEndCommandBuffer</a:t>
          </a:r>
          <a:endParaRPr lang="en-US" dirty="0"/>
        </a:p>
      </dgm:t>
    </dgm:pt>
    <dgm:pt modelId="{9917DB5B-18E1-4E70-9C7F-5E6BF41BD0A2}" type="parTrans" cxnId="{D05CC519-C8AA-4436-8839-E0BE0289D669}">
      <dgm:prSet/>
      <dgm:spPr/>
      <dgm:t>
        <a:bodyPr/>
        <a:lstStyle/>
        <a:p>
          <a:endParaRPr lang="en-US"/>
        </a:p>
      </dgm:t>
    </dgm:pt>
    <dgm:pt modelId="{35EA803F-FAD3-45BA-B6D8-A412E16FB4C8}" type="sibTrans" cxnId="{D05CC519-C8AA-4436-8839-E0BE0289D669}">
      <dgm:prSet/>
      <dgm:spPr/>
      <dgm:t>
        <a:bodyPr/>
        <a:lstStyle/>
        <a:p>
          <a:endParaRPr lang="en-US"/>
        </a:p>
      </dgm:t>
    </dgm:pt>
    <dgm:pt modelId="{83E99E2A-1CCE-4F2D-94C5-40EE08E87B02}">
      <dgm:prSet phldrT="[Text]"/>
      <dgm:spPr/>
      <dgm:t>
        <a:bodyPr/>
        <a:lstStyle/>
        <a:p>
          <a:r>
            <a:rPr lang="en-US" dirty="0"/>
            <a:t>Descriptor setup</a:t>
          </a:r>
        </a:p>
      </dgm:t>
    </dgm:pt>
    <dgm:pt modelId="{36C58DD9-E0EA-4105-B337-796B38D87CBB}" type="parTrans" cxnId="{8B7A3330-DB09-436D-8ADC-EF9B097CA8CF}">
      <dgm:prSet/>
      <dgm:spPr/>
      <dgm:t>
        <a:bodyPr/>
        <a:lstStyle/>
        <a:p>
          <a:endParaRPr lang="en-US"/>
        </a:p>
      </dgm:t>
    </dgm:pt>
    <dgm:pt modelId="{26764D0C-CCA3-4B80-9A02-81605E7513D3}" type="sibTrans" cxnId="{8B7A3330-DB09-436D-8ADC-EF9B097CA8CF}">
      <dgm:prSet/>
      <dgm:spPr/>
      <dgm:t>
        <a:bodyPr/>
        <a:lstStyle/>
        <a:p>
          <a:endParaRPr lang="en-US"/>
        </a:p>
      </dgm:t>
    </dgm:pt>
    <dgm:pt modelId="{21C005E8-BF5C-4CAD-8A37-FDFDABB0C948}" type="pres">
      <dgm:prSet presAssocID="{C0784E10-08BA-406B-9A9C-763A209BCF0F}" presName="linearFlow" presStyleCnt="0">
        <dgm:presLayoutVars>
          <dgm:dir/>
          <dgm:animLvl val="lvl"/>
          <dgm:resizeHandles val="exact"/>
        </dgm:presLayoutVars>
      </dgm:prSet>
      <dgm:spPr/>
    </dgm:pt>
    <dgm:pt modelId="{BBDF685F-F266-4942-988A-5D14AC073342}" type="pres">
      <dgm:prSet presAssocID="{2DD9ECE3-F1C9-44B1-BCEE-60F3E5DB2628}" presName="composite" presStyleCnt="0"/>
      <dgm:spPr/>
    </dgm:pt>
    <dgm:pt modelId="{5BCF03A4-3FC3-425C-849F-E1BDDC4A4069}" type="pres">
      <dgm:prSet presAssocID="{2DD9ECE3-F1C9-44B1-BCEE-60F3E5DB2628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0C3D119-8B23-43E7-B708-893A2282EDF5}" type="pres">
      <dgm:prSet presAssocID="{2DD9ECE3-F1C9-44B1-BCEE-60F3E5DB2628}" presName="parSh" presStyleLbl="node1" presStyleIdx="0" presStyleCnt="3"/>
      <dgm:spPr/>
    </dgm:pt>
    <dgm:pt modelId="{BDC29A9C-6C71-4493-84A3-159F3AEADEC5}" type="pres">
      <dgm:prSet presAssocID="{2DD9ECE3-F1C9-44B1-BCEE-60F3E5DB2628}" presName="desTx" presStyleLbl="fgAcc1" presStyleIdx="0" presStyleCnt="3">
        <dgm:presLayoutVars>
          <dgm:bulletEnabled val="1"/>
        </dgm:presLayoutVars>
      </dgm:prSet>
      <dgm:spPr/>
    </dgm:pt>
    <dgm:pt modelId="{73EB074A-8F15-4F05-A38B-17EF898537BE}" type="pres">
      <dgm:prSet presAssocID="{EE42BEE4-BB2D-45C3-BD7E-56576E68777E}" presName="sibTrans" presStyleLbl="sibTrans2D1" presStyleIdx="0" presStyleCnt="2"/>
      <dgm:spPr/>
    </dgm:pt>
    <dgm:pt modelId="{661C0CB0-AB00-49DA-A2BC-5B5C74802CB9}" type="pres">
      <dgm:prSet presAssocID="{EE42BEE4-BB2D-45C3-BD7E-56576E68777E}" presName="connTx" presStyleLbl="sibTrans2D1" presStyleIdx="0" presStyleCnt="2"/>
      <dgm:spPr/>
    </dgm:pt>
    <dgm:pt modelId="{63607A79-46DB-443B-86A3-414222A45123}" type="pres">
      <dgm:prSet presAssocID="{B0CBC297-98FE-46B8-8138-A1DFF0C69C0F}" presName="composite" presStyleCnt="0"/>
      <dgm:spPr/>
    </dgm:pt>
    <dgm:pt modelId="{5D47A381-2D2D-4A5E-812E-755D807C37E2}" type="pres">
      <dgm:prSet presAssocID="{B0CBC297-98FE-46B8-8138-A1DFF0C69C0F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0B068FA-9B06-4A64-96EB-20D93B12B9BC}" type="pres">
      <dgm:prSet presAssocID="{B0CBC297-98FE-46B8-8138-A1DFF0C69C0F}" presName="parSh" presStyleLbl="node1" presStyleIdx="1" presStyleCnt="3"/>
      <dgm:spPr/>
    </dgm:pt>
    <dgm:pt modelId="{69B17220-0CB5-49E9-B857-532A0D5D64B4}" type="pres">
      <dgm:prSet presAssocID="{B0CBC297-98FE-46B8-8138-A1DFF0C69C0F}" presName="desTx" presStyleLbl="fgAcc1" presStyleIdx="1" presStyleCnt="3">
        <dgm:presLayoutVars>
          <dgm:bulletEnabled val="1"/>
        </dgm:presLayoutVars>
      </dgm:prSet>
      <dgm:spPr/>
    </dgm:pt>
    <dgm:pt modelId="{81AB35FF-603B-4E01-BA4B-8524331D4C45}" type="pres">
      <dgm:prSet presAssocID="{12403952-3D22-4AD0-B4BC-6B2FECF86DD0}" presName="sibTrans" presStyleLbl="sibTrans2D1" presStyleIdx="1" presStyleCnt="2"/>
      <dgm:spPr/>
    </dgm:pt>
    <dgm:pt modelId="{FE4D8987-A11B-478D-98F7-73E8A91DB513}" type="pres">
      <dgm:prSet presAssocID="{12403952-3D22-4AD0-B4BC-6B2FECF86DD0}" presName="connTx" presStyleLbl="sibTrans2D1" presStyleIdx="1" presStyleCnt="2"/>
      <dgm:spPr/>
    </dgm:pt>
    <dgm:pt modelId="{DA6C39B8-949D-400A-8074-11D4A08B8E23}" type="pres">
      <dgm:prSet presAssocID="{9A854521-5338-4560-85E1-9617F9111C9D}" presName="composite" presStyleCnt="0"/>
      <dgm:spPr/>
    </dgm:pt>
    <dgm:pt modelId="{8424ADCD-65A5-4D48-9A84-A335B86E9126}" type="pres">
      <dgm:prSet presAssocID="{9A854521-5338-4560-85E1-9617F9111C9D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C2F288AE-D81B-4B60-B341-61F2D3541586}" type="pres">
      <dgm:prSet presAssocID="{9A854521-5338-4560-85E1-9617F9111C9D}" presName="parSh" presStyleLbl="node1" presStyleIdx="2" presStyleCnt="3"/>
      <dgm:spPr/>
    </dgm:pt>
    <dgm:pt modelId="{E589B995-EB9C-4D56-84E1-E3BE2AF967FA}" type="pres">
      <dgm:prSet presAssocID="{9A854521-5338-4560-85E1-9617F9111C9D}" presName="desTx" presStyleLbl="fgAcc1" presStyleIdx="2" presStyleCnt="3">
        <dgm:presLayoutVars>
          <dgm:bulletEnabled val="1"/>
        </dgm:presLayoutVars>
      </dgm:prSet>
      <dgm:spPr/>
    </dgm:pt>
  </dgm:ptLst>
  <dgm:cxnLst>
    <dgm:cxn modelId="{1300AE15-EC05-4140-9518-87835EB5C883}" srcId="{9A854521-5338-4560-85E1-9617F9111C9D}" destId="{C127BBB4-C705-40AA-91DC-EBEE1F294919}" srcOrd="0" destOrd="0" parTransId="{B7716A9A-65A0-47A3-B578-AED7B42A5903}" sibTransId="{F4E2E784-60D4-42D7-BDE9-E404208FC4FC}"/>
    <dgm:cxn modelId="{18165919-9244-4ACE-B756-A2BDCEA266A0}" srcId="{B0CBC297-98FE-46B8-8138-A1DFF0C69C0F}" destId="{87EC493C-4CAF-446C-AD24-057A44FF0E63}" srcOrd="0" destOrd="0" parTransId="{A45EF81C-39A1-459A-B1D2-32C9EC80B9FA}" sibTransId="{6EA40171-DBEC-43ED-B0E7-7B162976F50D}"/>
    <dgm:cxn modelId="{D05CC519-C8AA-4436-8839-E0BE0289D669}" srcId="{9A854521-5338-4560-85E1-9617F9111C9D}" destId="{B6CFF628-5A81-4723-B276-98A68A3621A3}" srcOrd="5" destOrd="0" parTransId="{9917DB5B-18E1-4E70-9C7F-5E6BF41BD0A2}" sibTransId="{35EA803F-FAD3-45BA-B6D8-A412E16FB4C8}"/>
    <dgm:cxn modelId="{B9F61F21-6348-4FBC-B821-C1EFBD37314E}" srcId="{C0784E10-08BA-406B-9A9C-763A209BCF0F}" destId="{2DD9ECE3-F1C9-44B1-BCEE-60F3E5DB2628}" srcOrd="0" destOrd="0" parTransId="{925BDB11-E6D7-4CD4-9F6E-CF90DBEF5388}" sibTransId="{EE42BEE4-BB2D-45C3-BD7E-56576E68777E}"/>
    <dgm:cxn modelId="{1B99E327-39C7-45B7-9A14-EBA6339826D8}" type="presOf" srcId="{83E99E2A-1CCE-4F2D-94C5-40EE08E87B02}" destId="{BDC29A9C-6C71-4493-84A3-159F3AEADEC5}" srcOrd="0" destOrd="4" presId="urn:microsoft.com/office/officeart/2005/8/layout/process3"/>
    <dgm:cxn modelId="{15B21E2B-FFAB-41D6-82C7-96C0748DB4CB}" type="presOf" srcId="{4F13BD98-7BB4-48B6-8D15-57BD25753088}" destId="{BDC29A9C-6C71-4493-84A3-159F3AEADEC5}" srcOrd="0" destOrd="1" presId="urn:microsoft.com/office/officeart/2005/8/layout/process3"/>
    <dgm:cxn modelId="{8B7A3330-DB09-436D-8ADC-EF9B097CA8CF}" srcId="{2DD9ECE3-F1C9-44B1-BCEE-60F3E5DB2628}" destId="{83E99E2A-1CCE-4F2D-94C5-40EE08E87B02}" srcOrd="4" destOrd="0" parTransId="{36C58DD9-E0EA-4105-B337-796B38D87CBB}" sibTransId="{26764D0C-CCA3-4B80-9A02-81605E7513D3}"/>
    <dgm:cxn modelId="{38D89537-6115-476C-A181-A7190DAA0072}" srcId="{9A854521-5338-4560-85E1-9617F9111C9D}" destId="{85F22C00-DC92-4D82-B8B5-3C61360CD087}" srcOrd="1" destOrd="0" parTransId="{70C30C10-F7C4-4E4B-9D9D-13A6A1C01298}" sibTransId="{13FC5945-4C4E-4B57-B343-FA1C3BBBBA17}"/>
    <dgm:cxn modelId="{0990C737-8198-4BD5-9535-58F7FB13D18B}" type="presOf" srcId="{87EC493C-4CAF-446C-AD24-057A44FF0E63}" destId="{69B17220-0CB5-49E9-B857-532A0D5D64B4}" srcOrd="0" destOrd="0" presId="urn:microsoft.com/office/officeart/2005/8/layout/process3"/>
    <dgm:cxn modelId="{0D75C55C-7599-43D0-9F65-C934A0C44102}" srcId="{2DD9ECE3-F1C9-44B1-BCEE-60F3E5DB2628}" destId="{465874FD-00AE-4027-87B4-C1178A0CFE33}" srcOrd="2" destOrd="0" parTransId="{B28369C5-8271-418F-AFA5-E369758DD4A9}" sibTransId="{E11E6F26-CC8A-49B3-9F60-22E533C7344A}"/>
    <dgm:cxn modelId="{98089860-C322-4483-9687-D7AA34E66381}" type="presOf" srcId="{9A854521-5338-4560-85E1-9617F9111C9D}" destId="{8424ADCD-65A5-4D48-9A84-A335B86E9126}" srcOrd="0" destOrd="0" presId="urn:microsoft.com/office/officeart/2005/8/layout/process3"/>
    <dgm:cxn modelId="{5EFEDE63-AE5C-49FE-8DDF-0863195E0900}" srcId="{9A854521-5338-4560-85E1-9617F9111C9D}" destId="{8A1B201B-C850-43EB-B567-BABCDBB68CA7}" srcOrd="3" destOrd="0" parTransId="{5B7567DA-1276-4DB9-9B33-0562D0852703}" sibTransId="{141F60AB-7571-45D6-A941-75753F8131CB}"/>
    <dgm:cxn modelId="{8686FE64-894D-4CDE-AA94-5B5BEE8E2F65}" type="presOf" srcId="{21761F9C-277A-42A3-BB2B-7B166496989A}" destId="{E589B995-EB9C-4D56-84E1-E3BE2AF967FA}" srcOrd="0" destOrd="2" presId="urn:microsoft.com/office/officeart/2005/8/layout/process3"/>
    <dgm:cxn modelId="{5B5ED865-EA4A-4063-B145-F71B86DF1C6D}" type="presOf" srcId="{C0784E10-08BA-406B-9A9C-763A209BCF0F}" destId="{21C005E8-BF5C-4CAD-8A37-FDFDABB0C948}" srcOrd="0" destOrd="0" presId="urn:microsoft.com/office/officeart/2005/8/layout/process3"/>
    <dgm:cxn modelId="{CAD7BB6B-EDEA-4609-825F-6AFE08499F28}" type="presOf" srcId="{12403952-3D22-4AD0-B4BC-6B2FECF86DD0}" destId="{81AB35FF-603B-4E01-BA4B-8524331D4C45}" srcOrd="0" destOrd="0" presId="urn:microsoft.com/office/officeart/2005/8/layout/process3"/>
    <dgm:cxn modelId="{E758234C-4E7E-4A1A-93AD-B0387E061460}" srcId="{9A854521-5338-4560-85E1-9617F9111C9D}" destId="{75C3273C-FAB3-4624-A239-8EE919A767A1}" srcOrd="4" destOrd="0" parTransId="{AB36F30A-B23D-4626-8968-74E74AB81BBF}" sibTransId="{23A5B18C-ED34-4649-9B01-BAD454A66420}"/>
    <dgm:cxn modelId="{98DD2472-9E7A-4DEE-A5C5-B8BB4A5D93E9}" srcId="{2DD9ECE3-F1C9-44B1-BCEE-60F3E5DB2628}" destId="{832A53F0-15E8-45F0-80EF-3C0FCA836B97}" srcOrd="3" destOrd="0" parTransId="{17FF5DF5-5019-4831-977D-7E36EC8F2295}" sibTransId="{66B069BB-FB5E-4EB8-8660-120850D2FD97}"/>
    <dgm:cxn modelId="{8219FE55-A46C-4907-AD15-B2DFD59EBCFE}" type="presOf" srcId="{F6131EA8-B838-4D25-B754-072BFB7A2C5D}" destId="{69B17220-0CB5-49E9-B857-532A0D5D64B4}" srcOrd="0" destOrd="1" presId="urn:microsoft.com/office/officeart/2005/8/layout/process3"/>
    <dgm:cxn modelId="{DEC5A858-D051-4C75-A787-011521BE335D}" type="presOf" srcId="{9A854521-5338-4560-85E1-9617F9111C9D}" destId="{C2F288AE-D81B-4B60-B341-61F2D3541586}" srcOrd="1" destOrd="0" presId="urn:microsoft.com/office/officeart/2005/8/layout/process3"/>
    <dgm:cxn modelId="{22A7927C-E5A8-436C-ACB0-6E9E4580982F}" type="presOf" srcId="{12403952-3D22-4AD0-B4BC-6B2FECF86DD0}" destId="{FE4D8987-A11B-478D-98F7-73E8A91DB513}" srcOrd="1" destOrd="0" presId="urn:microsoft.com/office/officeart/2005/8/layout/process3"/>
    <dgm:cxn modelId="{C99CA184-9965-4DD7-9FAC-58CD9361FFAF}" type="presOf" srcId="{EE42BEE4-BB2D-45C3-BD7E-56576E68777E}" destId="{661C0CB0-AB00-49DA-A2BC-5B5C74802CB9}" srcOrd="1" destOrd="0" presId="urn:microsoft.com/office/officeart/2005/8/layout/process3"/>
    <dgm:cxn modelId="{8B83B487-E6AE-4BC0-9EFB-E31775D7FAC2}" type="presOf" srcId="{B6CFF628-5A81-4723-B276-98A68A3621A3}" destId="{E589B995-EB9C-4D56-84E1-E3BE2AF967FA}" srcOrd="0" destOrd="5" presId="urn:microsoft.com/office/officeart/2005/8/layout/process3"/>
    <dgm:cxn modelId="{3DE06A95-FC11-44EA-8228-4CF5D9AC8288}" type="presOf" srcId="{C127BBB4-C705-40AA-91DC-EBEE1F294919}" destId="{E589B995-EB9C-4D56-84E1-E3BE2AF967FA}" srcOrd="0" destOrd="0" presId="urn:microsoft.com/office/officeart/2005/8/layout/process3"/>
    <dgm:cxn modelId="{8FA85798-D146-49F1-B26E-6C88669283FC}" type="presOf" srcId="{832A53F0-15E8-45F0-80EF-3C0FCA836B97}" destId="{BDC29A9C-6C71-4493-84A3-159F3AEADEC5}" srcOrd="0" destOrd="3" presId="urn:microsoft.com/office/officeart/2005/8/layout/process3"/>
    <dgm:cxn modelId="{9B992A9D-5142-4FAF-AE55-EAEB8CEE4A0A}" type="presOf" srcId="{8A1B201B-C850-43EB-B567-BABCDBB68CA7}" destId="{E589B995-EB9C-4D56-84E1-E3BE2AF967FA}" srcOrd="0" destOrd="3" presId="urn:microsoft.com/office/officeart/2005/8/layout/process3"/>
    <dgm:cxn modelId="{964C41A2-46B9-4DAD-9ABA-474CE6E5A080}" type="presOf" srcId="{2DD9ECE3-F1C9-44B1-BCEE-60F3E5DB2628}" destId="{40C3D119-8B23-43E7-B708-893A2282EDF5}" srcOrd="1" destOrd="0" presId="urn:microsoft.com/office/officeart/2005/8/layout/process3"/>
    <dgm:cxn modelId="{903779AB-4B8A-4078-9490-E500E6E14739}" type="presOf" srcId="{B0CBC297-98FE-46B8-8138-A1DFF0C69C0F}" destId="{D0B068FA-9B06-4A64-96EB-20D93B12B9BC}" srcOrd="1" destOrd="0" presId="urn:microsoft.com/office/officeart/2005/8/layout/process3"/>
    <dgm:cxn modelId="{15E343B1-E819-4664-A335-7C7F17B189DC}" type="presOf" srcId="{B0CBC297-98FE-46B8-8138-A1DFF0C69C0F}" destId="{5D47A381-2D2D-4A5E-812E-755D807C37E2}" srcOrd="0" destOrd="0" presId="urn:microsoft.com/office/officeart/2005/8/layout/process3"/>
    <dgm:cxn modelId="{038E51C3-1156-4AAE-8613-21A92D8709F3}" type="presOf" srcId="{85F22C00-DC92-4D82-B8B5-3C61360CD087}" destId="{E589B995-EB9C-4D56-84E1-E3BE2AF967FA}" srcOrd="0" destOrd="1" presId="urn:microsoft.com/office/officeart/2005/8/layout/process3"/>
    <dgm:cxn modelId="{6E82E2C6-1B49-430D-A5A6-6A6D76CF0F8E}" type="presOf" srcId="{ED14B788-7B8E-4434-82CE-A7BD45682EEA}" destId="{BDC29A9C-6C71-4493-84A3-159F3AEADEC5}" srcOrd="0" destOrd="0" presId="urn:microsoft.com/office/officeart/2005/8/layout/process3"/>
    <dgm:cxn modelId="{CB894ECB-B157-4C83-8CED-2C71549B3D2A}" srcId="{9A854521-5338-4560-85E1-9617F9111C9D}" destId="{21761F9C-277A-42A3-BB2B-7B166496989A}" srcOrd="2" destOrd="0" parTransId="{E2BCE436-CEE6-4CBB-ACF8-D4DF4B599724}" sibTransId="{9D2942F0-6131-4EE7-A71E-8C0D2CC36877}"/>
    <dgm:cxn modelId="{5CCA09D8-5A2A-4F81-870D-9A7C51BF28C4}" srcId="{B0CBC297-98FE-46B8-8138-A1DFF0C69C0F}" destId="{F6131EA8-B838-4D25-B754-072BFB7A2C5D}" srcOrd="1" destOrd="0" parTransId="{45C6D2C1-7FF0-4971-8B82-AB18600ABFDC}" sibTransId="{B25F48D8-B8AE-4298-9E55-D877C8209EE8}"/>
    <dgm:cxn modelId="{3D5C51DA-EB95-4F4E-A5CF-EC7571BA0D79}" type="presOf" srcId="{75C3273C-FAB3-4624-A239-8EE919A767A1}" destId="{E589B995-EB9C-4D56-84E1-E3BE2AF967FA}" srcOrd="0" destOrd="4" presId="urn:microsoft.com/office/officeart/2005/8/layout/process3"/>
    <dgm:cxn modelId="{592C69DF-6396-4821-945E-344408B42532}" srcId="{2DD9ECE3-F1C9-44B1-BCEE-60F3E5DB2628}" destId="{4F13BD98-7BB4-48B6-8D15-57BD25753088}" srcOrd="1" destOrd="0" parTransId="{D2C23B50-7809-4D80-9306-9D742212E20C}" sibTransId="{B7958213-8459-4451-BA99-1B5DCC633189}"/>
    <dgm:cxn modelId="{2AE920E7-6D39-4FEA-8CDA-9484A9789258}" type="presOf" srcId="{2DD9ECE3-F1C9-44B1-BCEE-60F3E5DB2628}" destId="{5BCF03A4-3FC3-425C-849F-E1BDDC4A4069}" srcOrd="0" destOrd="0" presId="urn:microsoft.com/office/officeart/2005/8/layout/process3"/>
    <dgm:cxn modelId="{D86777ED-65B7-43B3-B692-0777016898BF}" type="presOf" srcId="{EE42BEE4-BB2D-45C3-BD7E-56576E68777E}" destId="{73EB074A-8F15-4F05-A38B-17EF898537BE}" srcOrd="0" destOrd="0" presId="urn:microsoft.com/office/officeart/2005/8/layout/process3"/>
    <dgm:cxn modelId="{E5A33FF1-6F3D-42F3-A201-040E0F2E4D29}" type="presOf" srcId="{465874FD-00AE-4027-87B4-C1178A0CFE33}" destId="{BDC29A9C-6C71-4493-84A3-159F3AEADEC5}" srcOrd="0" destOrd="2" presId="urn:microsoft.com/office/officeart/2005/8/layout/process3"/>
    <dgm:cxn modelId="{AA9CF2F3-598A-4B94-80CD-40C2E82E3E28}" srcId="{C0784E10-08BA-406B-9A9C-763A209BCF0F}" destId="{9A854521-5338-4560-85E1-9617F9111C9D}" srcOrd="2" destOrd="0" parTransId="{D81550F8-903A-4578-8239-0340FBDE97DA}" sibTransId="{19F39325-6780-4F8C-B4EC-93E147B5B3CE}"/>
    <dgm:cxn modelId="{2313D1F9-270B-4ECC-8B28-4A3AC48C867B}" srcId="{C0784E10-08BA-406B-9A9C-763A209BCF0F}" destId="{B0CBC297-98FE-46B8-8138-A1DFF0C69C0F}" srcOrd="1" destOrd="0" parTransId="{728EBBAD-279C-4A80-A12F-676125BDA55E}" sibTransId="{12403952-3D22-4AD0-B4BC-6B2FECF86DD0}"/>
    <dgm:cxn modelId="{D8AA2DFB-27E8-474B-A321-C5F70D87F953}" srcId="{2DD9ECE3-F1C9-44B1-BCEE-60F3E5DB2628}" destId="{ED14B788-7B8E-4434-82CE-A7BD45682EEA}" srcOrd="0" destOrd="0" parTransId="{783A3AD5-9123-467C-A007-E40F39ACC01A}" sibTransId="{1FEA5F92-024E-4236-A5CF-4EC25E74C9AC}"/>
    <dgm:cxn modelId="{24BC5D36-21EC-471E-B2D6-06C96F955869}" type="presParOf" srcId="{21C005E8-BF5C-4CAD-8A37-FDFDABB0C948}" destId="{BBDF685F-F266-4942-988A-5D14AC073342}" srcOrd="0" destOrd="0" presId="urn:microsoft.com/office/officeart/2005/8/layout/process3"/>
    <dgm:cxn modelId="{74A351ED-DD95-4169-9E1E-327051BBD773}" type="presParOf" srcId="{BBDF685F-F266-4942-988A-5D14AC073342}" destId="{5BCF03A4-3FC3-425C-849F-E1BDDC4A4069}" srcOrd="0" destOrd="0" presId="urn:microsoft.com/office/officeart/2005/8/layout/process3"/>
    <dgm:cxn modelId="{DD10CD8F-511A-41FB-B52E-CAE7E3FEE9B8}" type="presParOf" srcId="{BBDF685F-F266-4942-988A-5D14AC073342}" destId="{40C3D119-8B23-43E7-B708-893A2282EDF5}" srcOrd="1" destOrd="0" presId="urn:microsoft.com/office/officeart/2005/8/layout/process3"/>
    <dgm:cxn modelId="{6053B6D6-3535-471B-B7B9-751395985056}" type="presParOf" srcId="{BBDF685F-F266-4942-988A-5D14AC073342}" destId="{BDC29A9C-6C71-4493-84A3-159F3AEADEC5}" srcOrd="2" destOrd="0" presId="urn:microsoft.com/office/officeart/2005/8/layout/process3"/>
    <dgm:cxn modelId="{B557B216-1732-4582-86BA-1D606EB35A6D}" type="presParOf" srcId="{21C005E8-BF5C-4CAD-8A37-FDFDABB0C948}" destId="{73EB074A-8F15-4F05-A38B-17EF898537BE}" srcOrd="1" destOrd="0" presId="urn:microsoft.com/office/officeart/2005/8/layout/process3"/>
    <dgm:cxn modelId="{68AEB48B-C219-4492-8833-03754791295D}" type="presParOf" srcId="{73EB074A-8F15-4F05-A38B-17EF898537BE}" destId="{661C0CB0-AB00-49DA-A2BC-5B5C74802CB9}" srcOrd="0" destOrd="0" presId="urn:microsoft.com/office/officeart/2005/8/layout/process3"/>
    <dgm:cxn modelId="{E80E2457-5922-48B8-A3CD-C6B8DA5DF09A}" type="presParOf" srcId="{21C005E8-BF5C-4CAD-8A37-FDFDABB0C948}" destId="{63607A79-46DB-443B-86A3-414222A45123}" srcOrd="2" destOrd="0" presId="urn:microsoft.com/office/officeart/2005/8/layout/process3"/>
    <dgm:cxn modelId="{2EEEDDB9-C223-477F-A98F-80308E66F0E3}" type="presParOf" srcId="{63607A79-46DB-443B-86A3-414222A45123}" destId="{5D47A381-2D2D-4A5E-812E-755D807C37E2}" srcOrd="0" destOrd="0" presId="urn:microsoft.com/office/officeart/2005/8/layout/process3"/>
    <dgm:cxn modelId="{8DB6FE19-EDA7-4304-9876-E0BEBDC52E21}" type="presParOf" srcId="{63607A79-46DB-443B-86A3-414222A45123}" destId="{D0B068FA-9B06-4A64-96EB-20D93B12B9BC}" srcOrd="1" destOrd="0" presId="urn:microsoft.com/office/officeart/2005/8/layout/process3"/>
    <dgm:cxn modelId="{9AA48533-88E4-4B58-948D-AF9270348807}" type="presParOf" srcId="{63607A79-46DB-443B-86A3-414222A45123}" destId="{69B17220-0CB5-49E9-B857-532A0D5D64B4}" srcOrd="2" destOrd="0" presId="urn:microsoft.com/office/officeart/2005/8/layout/process3"/>
    <dgm:cxn modelId="{028DD336-0BB9-49DC-BC64-DBF2327C4C01}" type="presParOf" srcId="{21C005E8-BF5C-4CAD-8A37-FDFDABB0C948}" destId="{81AB35FF-603B-4E01-BA4B-8524331D4C45}" srcOrd="3" destOrd="0" presId="urn:microsoft.com/office/officeart/2005/8/layout/process3"/>
    <dgm:cxn modelId="{1B31659A-A2EE-4782-A089-CA6CE840D89F}" type="presParOf" srcId="{81AB35FF-603B-4E01-BA4B-8524331D4C45}" destId="{FE4D8987-A11B-478D-98F7-73E8A91DB513}" srcOrd="0" destOrd="0" presId="urn:microsoft.com/office/officeart/2005/8/layout/process3"/>
    <dgm:cxn modelId="{4383E892-098F-44D0-BD1D-745E186A6720}" type="presParOf" srcId="{21C005E8-BF5C-4CAD-8A37-FDFDABB0C948}" destId="{DA6C39B8-949D-400A-8074-11D4A08B8E23}" srcOrd="4" destOrd="0" presId="urn:microsoft.com/office/officeart/2005/8/layout/process3"/>
    <dgm:cxn modelId="{9FD141B5-14E8-41C0-848F-C727E0053661}" type="presParOf" srcId="{DA6C39B8-949D-400A-8074-11D4A08B8E23}" destId="{8424ADCD-65A5-4D48-9A84-A335B86E9126}" srcOrd="0" destOrd="0" presId="urn:microsoft.com/office/officeart/2005/8/layout/process3"/>
    <dgm:cxn modelId="{2F29BF9D-D3F3-4EAF-A77D-5DD9676825B9}" type="presParOf" srcId="{DA6C39B8-949D-400A-8074-11D4A08B8E23}" destId="{C2F288AE-D81B-4B60-B341-61F2D3541586}" srcOrd="1" destOrd="0" presId="urn:microsoft.com/office/officeart/2005/8/layout/process3"/>
    <dgm:cxn modelId="{D197586E-F42D-4EE8-91A1-971900533FB0}" type="presParOf" srcId="{DA6C39B8-949D-400A-8074-11D4A08B8E23}" destId="{E589B995-EB9C-4D56-84E1-E3BE2AF967F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73CE9A-7CA2-4985-8653-E79C90D7DF45}">
      <dsp:nvSpPr>
        <dsp:cNvPr id="0" name=""/>
        <dsp:cNvSpPr/>
      </dsp:nvSpPr>
      <dsp:spPr>
        <a:xfrm>
          <a:off x="0" y="0"/>
          <a:ext cx="1613366" cy="96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Input assembly</a:t>
          </a:r>
        </a:p>
      </dsp:txBody>
      <dsp:txXfrm>
        <a:off x="28352" y="28352"/>
        <a:ext cx="1556662" cy="911316"/>
      </dsp:txXfrm>
    </dsp:sp>
    <dsp:sp modelId="{C7484C89-1B96-468B-AAF5-4E16754C4B52}">
      <dsp:nvSpPr>
        <dsp:cNvPr id="0" name=""/>
        <dsp:cNvSpPr/>
      </dsp:nvSpPr>
      <dsp:spPr>
        <a:xfrm>
          <a:off x="1741535" y="283952"/>
          <a:ext cx="271716" cy="4001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741535" y="363975"/>
        <a:ext cx="190201" cy="240069"/>
      </dsp:txXfrm>
    </dsp:sp>
    <dsp:sp modelId="{898FC79B-8393-4090-95D6-76EEC8880126}">
      <dsp:nvSpPr>
        <dsp:cNvPr id="0" name=""/>
        <dsp:cNvSpPr/>
      </dsp:nvSpPr>
      <dsp:spPr>
        <a:xfrm>
          <a:off x="2126039" y="0"/>
          <a:ext cx="1613366" cy="96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Vertex shader</a:t>
          </a:r>
        </a:p>
      </dsp:txBody>
      <dsp:txXfrm>
        <a:off x="2154391" y="28352"/>
        <a:ext cx="1556662" cy="911316"/>
      </dsp:txXfrm>
    </dsp:sp>
    <dsp:sp modelId="{969F5DEF-EEA9-4267-A774-08B829CCC2A0}">
      <dsp:nvSpPr>
        <dsp:cNvPr id="0" name=""/>
        <dsp:cNvSpPr/>
      </dsp:nvSpPr>
      <dsp:spPr>
        <a:xfrm>
          <a:off x="3883119" y="283952"/>
          <a:ext cx="304670" cy="4001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883119" y="363975"/>
        <a:ext cx="213269" cy="240069"/>
      </dsp:txXfrm>
    </dsp:sp>
    <dsp:sp modelId="{5DF81D5F-ADE8-424A-843A-FA582EE3F8AC}">
      <dsp:nvSpPr>
        <dsp:cNvPr id="0" name=""/>
        <dsp:cNvSpPr/>
      </dsp:nvSpPr>
      <dsp:spPr>
        <a:xfrm>
          <a:off x="4314255" y="0"/>
          <a:ext cx="1613366" cy="96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Rasterization</a:t>
          </a:r>
        </a:p>
      </dsp:txBody>
      <dsp:txXfrm>
        <a:off x="4342607" y="28352"/>
        <a:ext cx="1556662" cy="911316"/>
      </dsp:txXfrm>
    </dsp:sp>
    <dsp:sp modelId="{5C3041F1-1C71-449B-BF1E-F6C1D7366DF4}">
      <dsp:nvSpPr>
        <dsp:cNvPr id="0" name=""/>
        <dsp:cNvSpPr/>
      </dsp:nvSpPr>
      <dsp:spPr>
        <a:xfrm>
          <a:off x="6074936" y="283952"/>
          <a:ext cx="312304" cy="4001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074936" y="363975"/>
        <a:ext cx="218613" cy="240069"/>
      </dsp:txXfrm>
    </dsp:sp>
    <dsp:sp modelId="{DA6FB6D8-5367-4859-A59E-20623D0CDFD6}">
      <dsp:nvSpPr>
        <dsp:cNvPr id="0" name=""/>
        <dsp:cNvSpPr/>
      </dsp:nvSpPr>
      <dsp:spPr>
        <a:xfrm>
          <a:off x="6516876" y="0"/>
          <a:ext cx="1613366" cy="96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Pixel shader</a:t>
          </a:r>
        </a:p>
      </dsp:txBody>
      <dsp:txXfrm>
        <a:off x="6545228" y="28352"/>
        <a:ext cx="1556662" cy="911316"/>
      </dsp:txXfrm>
    </dsp:sp>
    <dsp:sp modelId="{BA2EDF00-8E89-49AF-BE40-21AFD7A8D154}">
      <dsp:nvSpPr>
        <dsp:cNvPr id="0" name=""/>
        <dsp:cNvSpPr/>
      </dsp:nvSpPr>
      <dsp:spPr>
        <a:xfrm>
          <a:off x="8288643" y="283952"/>
          <a:ext cx="335808" cy="4001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288643" y="363975"/>
        <a:ext cx="235066" cy="240069"/>
      </dsp:txXfrm>
    </dsp:sp>
    <dsp:sp modelId="{13F716A3-55FA-4131-8571-4A3F3D5CB6AA}">
      <dsp:nvSpPr>
        <dsp:cNvPr id="0" name=""/>
        <dsp:cNvSpPr/>
      </dsp:nvSpPr>
      <dsp:spPr>
        <a:xfrm>
          <a:off x="8763844" y="0"/>
          <a:ext cx="1613366" cy="96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Frame buffer</a:t>
          </a:r>
        </a:p>
      </dsp:txBody>
      <dsp:txXfrm>
        <a:off x="8792196" y="28352"/>
        <a:ext cx="1556662" cy="9113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B6789-1230-450C-BB78-029AA615C60D}">
      <dsp:nvSpPr>
        <dsp:cNvPr id="0" name=""/>
        <dsp:cNvSpPr/>
      </dsp:nvSpPr>
      <dsp:spPr>
        <a:xfrm>
          <a:off x="181927" y="1178617"/>
          <a:ext cx="1590193" cy="954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Input assembly</a:t>
          </a:r>
        </a:p>
      </dsp:txBody>
      <dsp:txXfrm>
        <a:off x="209872" y="1206562"/>
        <a:ext cx="1534303" cy="898226"/>
      </dsp:txXfrm>
    </dsp:sp>
    <dsp:sp modelId="{62F638C6-AA7F-40F2-8673-4B4A00FA1C13}">
      <dsp:nvSpPr>
        <dsp:cNvPr id="0" name=""/>
        <dsp:cNvSpPr/>
      </dsp:nvSpPr>
      <dsp:spPr>
        <a:xfrm rot="16587">
          <a:off x="1915387" y="1463751"/>
          <a:ext cx="303732" cy="3943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915388" y="1542405"/>
        <a:ext cx="212612" cy="236620"/>
      </dsp:txXfrm>
    </dsp:sp>
    <dsp:sp modelId="{F49FAB79-8EC1-49DB-9341-323EE283F1F9}">
      <dsp:nvSpPr>
        <dsp:cNvPr id="0" name=""/>
        <dsp:cNvSpPr/>
      </dsp:nvSpPr>
      <dsp:spPr>
        <a:xfrm>
          <a:off x="2345195" y="1189055"/>
          <a:ext cx="1590193" cy="954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Vertex shader</a:t>
          </a:r>
        </a:p>
      </dsp:txBody>
      <dsp:txXfrm>
        <a:off x="2373140" y="1217000"/>
        <a:ext cx="1534303" cy="898226"/>
      </dsp:txXfrm>
    </dsp:sp>
    <dsp:sp modelId="{436E6378-1C72-426E-BD99-5004FC2247D0}">
      <dsp:nvSpPr>
        <dsp:cNvPr id="0" name=""/>
        <dsp:cNvSpPr/>
      </dsp:nvSpPr>
      <dsp:spPr>
        <a:xfrm rot="21556977">
          <a:off x="4065948" y="1455612"/>
          <a:ext cx="276831" cy="3943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065951" y="1535006"/>
        <a:ext cx="193782" cy="236620"/>
      </dsp:txXfrm>
    </dsp:sp>
    <dsp:sp modelId="{CF16BB33-7BF7-46B6-B1BE-E20981A6CE9F}">
      <dsp:nvSpPr>
        <dsp:cNvPr id="0" name=""/>
        <dsp:cNvSpPr/>
      </dsp:nvSpPr>
      <dsp:spPr>
        <a:xfrm>
          <a:off x="4457672" y="1162616"/>
          <a:ext cx="1590193" cy="954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Rasterization</a:t>
          </a:r>
        </a:p>
      </dsp:txBody>
      <dsp:txXfrm>
        <a:off x="4485617" y="1190561"/>
        <a:ext cx="1534303" cy="898226"/>
      </dsp:txXfrm>
    </dsp:sp>
    <dsp:sp modelId="{D18AC02B-86CF-422B-9562-2FC9E724A181}">
      <dsp:nvSpPr>
        <dsp:cNvPr id="0" name=""/>
        <dsp:cNvSpPr/>
      </dsp:nvSpPr>
      <dsp:spPr>
        <a:xfrm rot="35137">
          <a:off x="6206876" y="1453966"/>
          <a:ext cx="337138" cy="3943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206879" y="1532323"/>
        <a:ext cx="235997" cy="236620"/>
      </dsp:txXfrm>
    </dsp:sp>
    <dsp:sp modelId="{7458E237-8D9D-4485-AACC-1873C78D3106}">
      <dsp:nvSpPr>
        <dsp:cNvPr id="0" name=""/>
        <dsp:cNvSpPr/>
      </dsp:nvSpPr>
      <dsp:spPr>
        <a:xfrm>
          <a:off x="6683943" y="1185372"/>
          <a:ext cx="1590193" cy="954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Pixel shader</a:t>
          </a:r>
        </a:p>
      </dsp:txBody>
      <dsp:txXfrm>
        <a:off x="6711888" y="1213317"/>
        <a:ext cx="1534303" cy="898226"/>
      </dsp:txXfrm>
    </dsp:sp>
    <dsp:sp modelId="{EA56B7C1-68C9-455F-995B-C255EE2EBAAD}">
      <dsp:nvSpPr>
        <dsp:cNvPr id="0" name=""/>
        <dsp:cNvSpPr/>
      </dsp:nvSpPr>
      <dsp:spPr>
        <a:xfrm rot="21547410">
          <a:off x="8434418" y="1448030"/>
          <a:ext cx="339878" cy="3943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434424" y="1527684"/>
        <a:ext cx="237915" cy="236620"/>
      </dsp:txXfrm>
    </dsp:sp>
    <dsp:sp modelId="{0D750655-CDDD-48D1-A18A-CB00D8A47095}">
      <dsp:nvSpPr>
        <dsp:cNvPr id="0" name=""/>
        <dsp:cNvSpPr/>
      </dsp:nvSpPr>
      <dsp:spPr>
        <a:xfrm>
          <a:off x="8915341" y="1151234"/>
          <a:ext cx="1590193" cy="954116"/>
        </a:xfrm>
        <a:prstGeom prst="roundRect">
          <a:avLst>
            <a:gd name="adj" fmla="val 10000"/>
          </a:avLst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G-Buffer</a:t>
          </a:r>
        </a:p>
      </dsp:txBody>
      <dsp:txXfrm>
        <a:off x="8943286" y="1179179"/>
        <a:ext cx="1534303" cy="8982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D1885-4ED1-4D24-912B-65D1B6508008}">
      <dsp:nvSpPr>
        <dsp:cNvPr id="0" name=""/>
        <dsp:cNvSpPr/>
      </dsp:nvSpPr>
      <dsp:spPr>
        <a:xfrm>
          <a:off x="242975" y="0"/>
          <a:ext cx="1504607" cy="8082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Vertex shader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Screen space  quad</a:t>
          </a:r>
        </a:p>
      </dsp:txBody>
      <dsp:txXfrm>
        <a:off x="266649" y="23674"/>
        <a:ext cx="1457259" cy="760940"/>
      </dsp:txXfrm>
    </dsp:sp>
    <dsp:sp modelId="{A21394AA-D430-4900-A1A1-54D6E19E0044}">
      <dsp:nvSpPr>
        <dsp:cNvPr id="0" name=""/>
        <dsp:cNvSpPr/>
      </dsp:nvSpPr>
      <dsp:spPr>
        <a:xfrm rot="38739">
          <a:off x="1999231" y="223419"/>
          <a:ext cx="366281" cy="3882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999234" y="300441"/>
        <a:ext cx="256397" cy="232922"/>
      </dsp:txXfrm>
    </dsp:sp>
    <dsp:sp modelId="{A45B1DB0-AEB0-411F-99BA-5236636BA3E5}">
      <dsp:nvSpPr>
        <dsp:cNvPr id="0" name=""/>
        <dsp:cNvSpPr/>
      </dsp:nvSpPr>
      <dsp:spPr>
        <a:xfrm>
          <a:off x="2591834" y="52257"/>
          <a:ext cx="1444023" cy="756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Rasterization</a:t>
          </a:r>
        </a:p>
      </dsp:txBody>
      <dsp:txXfrm>
        <a:off x="2613977" y="74400"/>
        <a:ext cx="1399737" cy="711744"/>
      </dsp:txXfrm>
    </dsp:sp>
    <dsp:sp modelId="{5E31EE9D-416F-40D6-B6A6-E5BAA7D9DD2C}">
      <dsp:nvSpPr>
        <dsp:cNvPr id="0" name=""/>
        <dsp:cNvSpPr/>
      </dsp:nvSpPr>
      <dsp:spPr>
        <a:xfrm rot="25068">
          <a:off x="4157902" y="224307"/>
          <a:ext cx="445226" cy="4274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157904" y="309336"/>
        <a:ext cx="316980" cy="256493"/>
      </dsp:txXfrm>
    </dsp:sp>
    <dsp:sp modelId="{D6DA548A-E44A-4D30-A2C5-D6697AB62E53}">
      <dsp:nvSpPr>
        <dsp:cNvPr id="0" name=""/>
        <dsp:cNvSpPr/>
      </dsp:nvSpPr>
      <dsp:spPr>
        <a:xfrm>
          <a:off x="4705096" y="83611"/>
          <a:ext cx="1517342" cy="724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Pixel shader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Lighting calculation using G-buffer textures</a:t>
          </a:r>
        </a:p>
      </dsp:txBody>
      <dsp:txXfrm>
        <a:off x="4726321" y="104836"/>
        <a:ext cx="1474892" cy="682226"/>
      </dsp:txXfrm>
    </dsp:sp>
    <dsp:sp modelId="{FB980D47-81D1-4A97-B835-4782532A7CAA}">
      <dsp:nvSpPr>
        <dsp:cNvPr id="0" name=""/>
        <dsp:cNvSpPr/>
      </dsp:nvSpPr>
      <dsp:spPr>
        <a:xfrm rot="21566866">
          <a:off x="6943928" y="20166"/>
          <a:ext cx="1529705" cy="808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943934" y="182993"/>
        <a:ext cx="1287219" cy="484972"/>
      </dsp:txXfrm>
    </dsp:sp>
    <dsp:sp modelId="{369E0B32-1777-42CE-BCC3-A47E1C32BEB2}">
      <dsp:nvSpPr>
        <dsp:cNvPr id="0" name=""/>
        <dsp:cNvSpPr/>
      </dsp:nvSpPr>
      <dsp:spPr>
        <a:xfrm>
          <a:off x="9108540" y="-23425"/>
          <a:ext cx="1385060" cy="8551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Frame buffer</a:t>
          </a:r>
        </a:p>
      </dsp:txBody>
      <dsp:txXfrm>
        <a:off x="9133586" y="1621"/>
        <a:ext cx="1334968" cy="8050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C3D119-8B23-43E7-B708-893A2282EDF5}">
      <dsp:nvSpPr>
        <dsp:cNvPr id="0" name=""/>
        <dsp:cNvSpPr/>
      </dsp:nvSpPr>
      <dsp:spPr>
        <a:xfrm>
          <a:off x="5690" y="1107667"/>
          <a:ext cx="2587159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Create Texture</a:t>
          </a:r>
        </a:p>
      </dsp:txBody>
      <dsp:txXfrm>
        <a:off x="5690" y="1107667"/>
        <a:ext cx="2587159" cy="432000"/>
      </dsp:txXfrm>
    </dsp:sp>
    <dsp:sp modelId="{BDC29A9C-6C71-4493-84A3-159F3AEADEC5}">
      <dsp:nvSpPr>
        <dsp:cNvPr id="0" name=""/>
        <dsp:cNvSpPr/>
      </dsp:nvSpPr>
      <dsp:spPr>
        <a:xfrm>
          <a:off x="535590" y="1539667"/>
          <a:ext cx="2587159" cy="15921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VkImage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VkImageView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VkDeviceMemory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VkBuffer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Descriptor setup</a:t>
          </a:r>
        </a:p>
      </dsp:txBody>
      <dsp:txXfrm>
        <a:off x="582223" y="1586300"/>
        <a:ext cx="2493893" cy="1498890"/>
      </dsp:txXfrm>
    </dsp:sp>
    <dsp:sp modelId="{73EB074A-8F15-4F05-A38B-17EF898537BE}">
      <dsp:nvSpPr>
        <dsp:cNvPr id="0" name=""/>
        <dsp:cNvSpPr/>
      </dsp:nvSpPr>
      <dsp:spPr>
        <a:xfrm>
          <a:off x="2985053" y="1001603"/>
          <a:ext cx="831472" cy="64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985053" y="1130428"/>
        <a:ext cx="638234" cy="386477"/>
      </dsp:txXfrm>
    </dsp:sp>
    <dsp:sp modelId="{D0B068FA-9B06-4A64-96EB-20D93B12B9BC}">
      <dsp:nvSpPr>
        <dsp:cNvPr id="0" name=""/>
        <dsp:cNvSpPr/>
      </dsp:nvSpPr>
      <dsp:spPr>
        <a:xfrm>
          <a:off x="4161664" y="1107667"/>
          <a:ext cx="2587159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Offscreen frame buffer</a:t>
          </a:r>
        </a:p>
      </dsp:txBody>
      <dsp:txXfrm>
        <a:off x="4161664" y="1107667"/>
        <a:ext cx="2587159" cy="432000"/>
      </dsp:txXfrm>
    </dsp:sp>
    <dsp:sp modelId="{69B17220-0CB5-49E9-B857-532A0D5D64B4}">
      <dsp:nvSpPr>
        <dsp:cNvPr id="0" name=""/>
        <dsp:cNvSpPr/>
      </dsp:nvSpPr>
      <dsp:spPr>
        <a:xfrm>
          <a:off x="4691564" y="1539667"/>
          <a:ext cx="2587159" cy="15921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VkRenderPass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VkFrameBuffer</a:t>
          </a:r>
          <a:endParaRPr lang="en-US" sz="1500" kern="1200" dirty="0"/>
        </a:p>
      </dsp:txBody>
      <dsp:txXfrm>
        <a:off x="4738197" y="1586300"/>
        <a:ext cx="2493893" cy="1498890"/>
      </dsp:txXfrm>
    </dsp:sp>
    <dsp:sp modelId="{81AB35FF-603B-4E01-BA4B-8524331D4C45}">
      <dsp:nvSpPr>
        <dsp:cNvPr id="0" name=""/>
        <dsp:cNvSpPr/>
      </dsp:nvSpPr>
      <dsp:spPr>
        <a:xfrm>
          <a:off x="7141027" y="1001603"/>
          <a:ext cx="831472" cy="64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141027" y="1130428"/>
        <a:ext cx="638234" cy="386477"/>
      </dsp:txXfrm>
    </dsp:sp>
    <dsp:sp modelId="{C2F288AE-D81B-4B60-B341-61F2D3541586}">
      <dsp:nvSpPr>
        <dsp:cNvPr id="0" name=""/>
        <dsp:cNvSpPr/>
      </dsp:nvSpPr>
      <dsp:spPr>
        <a:xfrm>
          <a:off x="8317639" y="1107667"/>
          <a:ext cx="2587159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RecordCommandBuffer</a:t>
          </a:r>
          <a:endParaRPr lang="en-US" sz="1500" kern="1200" dirty="0"/>
        </a:p>
      </dsp:txBody>
      <dsp:txXfrm>
        <a:off x="8317639" y="1107667"/>
        <a:ext cx="2587159" cy="432000"/>
      </dsp:txXfrm>
    </dsp:sp>
    <dsp:sp modelId="{E589B995-EB9C-4D56-84E1-E3BE2AF967FA}">
      <dsp:nvSpPr>
        <dsp:cNvPr id="0" name=""/>
        <dsp:cNvSpPr/>
      </dsp:nvSpPr>
      <dsp:spPr>
        <a:xfrm>
          <a:off x="8847539" y="1539667"/>
          <a:ext cx="2587159" cy="15921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VkCommandBufferBeginInfo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VkRenderPassBeginInfo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Draw…</a:t>
          </a:r>
          <a:r>
            <a:rPr lang="en-US" sz="1500" kern="1200" dirty="0" err="1"/>
            <a:t>etc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vkCmdEndRenderPass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vkEndCommandBuffer</a:t>
          </a:r>
          <a:endParaRPr lang="en-US" sz="1500" kern="1200" dirty="0"/>
        </a:p>
      </dsp:txBody>
      <dsp:txXfrm>
        <a:off x="8894172" y="1586300"/>
        <a:ext cx="2493893" cy="1498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B14F3-3D17-4651-B607-12F5E26150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C1A3A2-2601-4703-AABF-386322864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9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1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09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37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3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95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36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22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55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7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56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87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5551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38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3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86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388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67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C2894-F18A-4999-BFE2-5BBA9F09195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23B37-3879-4E41-AF28-C89DAD447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471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  <p:sldLayoutId id="214748387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pple.com/documentation/metal/tailor-your-apps-for-apple-gpus-and-tile-based-deferred-renderin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2D7A-BFC8-457A-BCD5-7CA5AAA32E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Deferred </a:t>
            </a:r>
            <a:r>
              <a:rPr lang="en-US" dirty="0" err="1"/>
              <a:t>REndering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9C9CD-A1FC-4A1E-87B0-ADDBA4B43D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ChenHan Tsai</a:t>
            </a:r>
          </a:p>
        </p:txBody>
      </p:sp>
    </p:spTree>
    <p:extLst>
      <p:ext uri="{BB962C8B-B14F-4D97-AF65-F5344CB8AC3E}">
        <p14:creationId xmlns:p14="http://schemas.microsoft.com/office/powerpoint/2010/main" val="1559112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2F7E-6144-A520-D3B7-22073C09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deferred rendering?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7E749D-2DDF-46C7-4ABA-8DF85C544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7162" y="2249488"/>
            <a:ext cx="6434501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60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F2D1F-695D-257B-85A5-1F50916AF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99" y="260976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What is Deferred rendering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7164B3-A681-106A-826A-B7834C15EA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1440159"/>
              </p:ext>
            </p:extLst>
          </p:nvPr>
        </p:nvGraphicFramePr>
        <p:xfrm>
          <a:off x="432619" y="1482570"/>
          <a:ext cx="11356259" cy="4818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837">
                  <a:extLst>
                    <a:ext uri="{9D8B030D-6E8A-4147-A177-3AD203B41FA5}">
                      <a16:colId xmlns:a16="http://schemas.microsoft.com/office/drawing/2014/main" val="1845747626"/>
                    </a:ext>
                  </a:extLst>
                </a:gridCol>
                <a:gridCol w="3918580">
                  <a:extLst>
                    <a:ext uri="{9D8B030D-6E8A-4147-A177-3AD203B41FA5}">
                      <a16:colId xmlns:a16="http://schemas.microsoft.com/office/drawing/2014/main" val="3628283508"/>
                    </a:ext>
                  </a:extLst>
                </a:gridCol>
                <a:gridCol w="5235842">
                  <a:extLst>
                    <a:ext uri="{9D8B030D-6E8A-4147-A177-3AD203B41FA5}">
                      <a16:colId xmlns:a16="http://schemas.microsoft.com/office/drawing/2014/main" val="749503612"/>
                    </a:ext>
                  </a:extLst>
                </a:gridCol>
              </a:tblGrid>
              <a:tr h="8243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Forward rendering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Deferred rendering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466901"/>
                  </a:ext>
                </a:extLst>
              </a:tr>
              <a:tr h="495261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1970s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 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983735"/>
                  </a:ext>
                </a:extLst>
              </a:tr>
              <a:tr h="540774"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498912"/>
                  </a:ext>
                </a:extLst>
              </a:tr>
              <a:tr h="669013">
                <a:tc>
                  <a:txBody>
                    <a:bodyPr/>
                    <a:lstStyle/>
                    <a:p>
                      <a:r>
                        <a:rPr lang="en-US" dirty="0"/>
                        <a:t>Lights calculation</a:t>
                      </a:r>
                    </a:p>
                    <a:p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EXPENSIVE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Each object need to calculate the lights, every pixel have the chance to be calculated many times, O(objects x Lights).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Lights only calculate once per pixel after all objects in one screen 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6683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en-US" dirty="0"/>
                        <a:t>Memory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More, depend on your resolution and data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169888"/>
                  </a:ext>
                </a:extLst>
              </a:tr>
              <a:tr h="824363">
                <a:tc>
                  <a:txBody>
                    <a:bodyPr/>
                    <a:lstStyle/>
                    <a:p>
                      <a:r>
                        <a:rPr lang="en-US" dirty="0"/>
                        <a:t>Transparent 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Native support, just draw back to the front and blend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hybrid because every pixel is calculated one time, so need to use forward rendering at the 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225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551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E08B9-C762-714F-BEBF-62E0B21D6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4B34-D336-F9B5-6084-3A3340069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097" y="0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What is Deferred rendering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E01A955-BC4C-982F-B1C5-DF338D5CD475}"/>
              </a:ext>
            </a:extLst>
          </p:cNvPr>
          <p:cNvSpPr txBox="1">
            <a:spLocks/>
          </p:cNvSpPr>
          <p:nvPr/>
        </p:nvSpPr>
        <p:spPr>
          <a:xfrm>
            <a:off x="777620" y="3043662"/>
            <a:ext cx="3188094" cy="746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Deferred rendering</a:t>
            </a:r>
          </a:p>
          <a:p>
            <a:endParaRPr lang="en-US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2A0C1CB-6C43-3218-3981-D56A9EE2F2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490801"/>
              </p:ext>
            </p:extLst>
          </p:nvPr>
        </p:nvGraphicFramePr>
        <p:xfrm>
          <a:off x="1109299" y="1841173"/>
          <a:ext cx="10658631" cy="1111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id="{F08F7A37-DB33-E74D-24DE-9BAF89C0FB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9784656"/>
              </p:ext>
            </p:extLst>
          </p:nvPr>
        </p:nvGraphicFramePr>
        <p:xfrm>
          <a:off x="984097" y="2995299"/>
          <a:ext cx="10505538" cy="2322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855C04DA-FFF9-2CBC-E849-42C2AB1B2E03}"/>
              </a:ext>
            </a:extLst>
          </p:cNvPr>
          <p:cNvSpPr txBox="1"/>
          <p:nvPr/>
        </p:nvSpPr>
        <p:spPr>
          <a:xfrm>
            <a:off x="1016533" y="3607086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1. Geometry pass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3FFC1D-7D2D-8F44-25DD-5C4638278C6F}"/>
              </a:ext>
            </a:extLst>
          </p:cNvPr>
          <p:cNvSpPr txBox="1"/>
          <p:nvPr/>
        </p:nvSpPr>
        <p:spPr>
          <a:xfrm>
            <a:off x="1016533" y="5097268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2. Light pass</a:t>
            </a:r>
          </a:p>
        </p:txBody>
      </p:sp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A4D981D1-26C1-68EF-8582-115E7CCECD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4433099"/>
              </p:ext>
            </p:extLst>
          </p:nvPr>
        </p:nvGraphicFramePr>
        <p:xfrm>
          <a:off x="984097" y="5655738"/>
          <a:ext cx="10505537" cy="80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45" name="Content Placeholder 4">
            <a:extLst>
              <a:ext uri="{FF2B5EF4-FFF2-40B4-BE49-F238E27FC236}">
                <a16:creationId xmlns:a16="http://schemas.microsoft.com/office/drawing/2014/main" id="{0AE4D7E7-B946-AF2E-9035-F87D79EDD634}"/>
              </a:ext>
            </a:extLst>
          </p:cNvPr>
          <p:cNvSpPr txBox="1">
            <a:spLocks/>
          </p:cNvSpPr>
          <p:nvPr/>
        </p:nvSpPr>
        <p:spPr>
          <a:xfrm>
            <a:off x="777620" y="1190823"/>
            <a:ext cx="3188094" cy="746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Forward rendering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89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420A0-57A3-35F7-D902-BB40CB0C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8449-52C7-08B4-CFA8-DE6DD726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G-Buffer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4AF9C-6211-20B3-4FCB-1AE211581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51" y="2414245"/>
            <a:ext cx="5475396" cy="30058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58BB52-8010-FBAE-9578-11C3CFC92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14244"/>
            <a:ext cx="5461033" cy="300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D132-753C-CA1A-15FC-EDCEBA00B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F8C0B-FA1A-744A-55AA-B110075B1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Setup G-Buffer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E4D5D513-6D39-66AE-E8B7-821935C667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2181102"/>
              </p:ext>
            </p:extLst>
          </p:nvPr>
        </p:nvGraphicFramePr>
        <p:xfrm>
          <a:off x="394855" y="2296390"/>
          <a:ext cx="11440389" cy="4239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7B844C9-0DE3-A554-53C1-8DD67706DFF9}"/>
              </a:ext>
            </a:extLst>
          </p:cNvPr>
          <p:cNvSpPr txBox="1"/>
          <p:nvPr/>
        </p:nvSpPr>
        <p:spPr>
          <a:xfrm>
            <a:off x="665921" y="1635941"/>
            <a:ext cx="4691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C++/CPU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Setup offscreen framebuffer and texture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578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EC37-97DD-4F2D-E9E7-B6561419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ADDD1-9841-500A-7BE2-98F63942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Setup G-Buffer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DD3F01-A6E1-4641-5F9B-25B7D2568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1452" y="2420771"/>
            <a:ext cx="5225959" cy="354171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0B47C0-E9C8-0BAD-B01F-DD8830206AD5}"/>
              </a:ext>
            </a:extLst>
          </p:cNvPr>
          <p:cNvSpPr txBox="1"/>
          <p:nvPr/>
        </p:nvSpPr>
        <p:spPr>
          <a:xfrm>
            <a:off x="6289882" y="5962483"/>
            <a:ext cx="5806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https://alitaunbreakablewarrior.github.io/deferred-shading.html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71C37-6DE4-CEF0-4928-AB0D8A576222}"/>
              </a:ext>
            </a:extLst>
          </p:cNvPr>
          <p:cNvSpPr txBox="1"/>
          <p:nvPr/>
        </p:nvSpPr>
        <p:spPr>
          <a:xfrm>
            <a:off x="665921" y="1635941"/>
            <a:ext cx="46912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Shader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Position: World position.</a:t>
            </a:r>
          </a:p>
          <a:p>
            <a:r>
              <a:rPr lang="en-US" dirty="0"/>
              <a:t>     Calculate the direction from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Normal/Albedo/Specular/Others: Lighting calculation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0B2ADA-09E4-A31C-798A-AE1F1A8C8C89}"/>
              </a:ext>
            </a:extLst>
          </p:cNvPr>
          <p:cNvSpPr txBox="1"/>
          <p:nvPr/>
        </p:nvSpPr>
        <p:spPr>
          <a:xfrm>
            <a:off x="733330" y="6159677"/>
            <a:ext cx="5361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Questions: How many SV_TARGET we can bind?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E45C58-BAE6-7326-828E-5ED1AC4101E2}"/>
              </a:ext>
            </a:extLst>
          </p:cNvPr>
          <p:cNvSpPr txBox="1"/>
          <p:nvPr/>
        </p:nvSpPr>
        <p:spPr>
          <a:xfrm>
            <a:off x="6370982" y="3475788"/>
            <a:ext cx="1412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SV_TARGET0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67325F-CA68-5943-0A6F-F96D8E605364}"/>
              </a:ext>
            </a:extLst>
          </p:cNvPr>
          <p:cNvSpPr txBox="1"/>
          <p:nvPr/>
        </p:nvSpPr>
        <p:spPr>
          <a:xfrm>
            <a:off x="8938591" y="3481550"/>
            <a:ext cx="1412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SV_TARGET1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9BAD2A-5D18-4726-980E-21D225B0F054}"/>
              </a:ext>
            </a:extLst>
          </p:cNvPr>
          <p:cNvSpPr txBox="1"/>
          <p:nvPr/>
        </p:nvSpPr>
        <p:spPr>
          <a:xfrm>
            <a:off x="6457121" y="5431827"/>
            <a:ext cx="1412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SV_TARGET2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42C250-DD1D-B306-CB8A-B539F9CCB963}"/>
              </a:ext>
            </a:extLst>
          </p:cNvPr>
          <p:cNvSpPr txBox="1"/>
          <p:nvPr/>
        </p:nvSpPr>
        <p:spPr>
          <a:xfrm>
            <a:off x="8938591" y="5431827"/>
            <a:ext cx="1412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SV_TARGET3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C7A345-DE52-18F2-5041-CC065E99A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60" y="3587461"/>
            <a:ext cx="4944389" cy="234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37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2F20-08BF-19DA-A946-58C2CFDA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26AB-AF49-0374-3C9D-2499150E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G-Buffer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CF172F-3BBA-7F9D-E085-672815BD2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61" y="3240491"/>
            <a:ext cx="9183382" cy="9716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6C2D12-7FF5-C651-5523-6A206FF3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94" y="4958016"/>
            <a:ext cx="10770704" cy="83813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4F51682-BE76-816C-4BF5-6A17B48EB62C}"/>
              </a:ext>
            </a:extLst>
          </p:cNvPr>
          <p:cNvSpPr txBox="1"/>
          <p:nvPr/>
        </p:nvSpPr>
        <p:spPr>
          <a:xfrm>
            <a:off x="679361" y="1848321"/>
            <a:ext cx="69772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Questions: How many SV_TARGET we can bind?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hardware dependent, but there are a bunch of stuff can query</a:t>
            </a:r>
          </a:p>
        </p:txBody>
      </p:sp>
    </p:spTree>
    <p:extLst>
      <p:ext uri="{BB962C8B-B14F-4D97-AF65-F5344CB8AC3E}">
        <p14:creationId xmlns:p14="http://schemas.microsoft.com/office/powerpoint/2010/main" val="868043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C125-F8B1-293F-1323-DAB36A01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Light 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5661-46FA-B111-B841-355951421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334" y="1742591"/>
            <a:ext cx="9905999" cy="354171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Screen space vertex shader </a:t>
            </a:r>
          </a:p>
          <a:p>
            <a:r>
              <a:rPr lang="en-US" dirty="0"/>
              <a:t>Draw a quad in </a:t>
            </a:r>
            <a:r>
              <a:rPr lang="en-US" dirty="0" err="1"/>
              <a:t>ndc</a:t>
            </a:r>
            <a:r>
              <a:rPr lang="en-US" dirty="0"/>
              <a:t> space</a:t>
            </a:r>
          </a:p>
          <a:p>
            <a:endParaRPr lang="en-US" dirty="0"/>
          </a:p>
          <a:p>
            <a:r>
              <a:rPr lang="en-US" dirty="0" err="1"/>
              <a:t>SV_VertexID</a:t>
            </a:r>
            <a:r>
              <a:rPr lang="en-US" dirty="0"/>
              <a:t> from 0</a:t>
            </a:r>
          </a:p>
          <a:p>
            <a:endParaRPr lang="en-US" dirty="0"/>
          </a:p>
          <a:p>
            <a:r>
              <a:rPr lang="en-US" dirty="0"/>
              <a:t>Assign corresponding </a:t>
            </a:r>
            <a:r>
              <a:rPr lang="en-US" dirty="0" err="1"/>
              <a:t>uv</a:t>
            </a:r>
            <a:endParaRPr lang="en-US" dirty="0"/>
          </a:p>
          <a:p>
            <a:r>
              <a:rPr lang="en-US" dirty="0"/>
              <a:t>Is there another way </a:t>
            </a:r>
            <a:r>
              <a:rPr lang="en-US" dirty="0">
                <a:latin typeface="Abadi" panose="020F0502020204030204" pitchFamily="34" charset="0"/>
              </a:rPr>
              <a:t>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47ACCE-B395-866C-7542-5C5CE5BB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85" y="3002055"/>
            <a:ext cx="3781953" cy="219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79B077-10B0-C182-DE27-A09BD601A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217" y="1928626"/>
            <a:ext cx="6603993" cy="46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5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469A-DF64-2CE6-9111-B25057686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397A-E97C-20D3-C324-14EDD5181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Light pass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A1B7D04-543D-F90F-B21F-696873977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6299" y="2406115"/>
            <a:ext cx="6591681" cy="328756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5F516B-434B-9E19-5E1B-5A3BD6562B10}"/>
              </a:ext>
            </a:extLst>
          </p:cNvPr>
          <p:cNvSpPr txBox="1"/>
          <p:nvPr/>
        </p:nvSpPr>
        <p:spPr>
          <a:xfrm>
            <a:off x="201320" y="2021534"/>
            <a:ext cx="61026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Draw a triangle in </a:t>
            </a:r>
            <a:r>
              <a:rPr lang="en-US" sz="2400" dirty="0" err="1"/>
              <a:t>ndc</a:t>
            </a:r>
            <a:r>
              <a:rPr lang="en-US" sz="2400" dirty="0"/>
              <a:t> space, </a:t>
            </a:r>
          </a:p>
          <a:p>
            <a:r>
              <a:rPr lang="en-US" sz="2400" dirty="0"/>
              <a:t>    but out of range ( -1. 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GPU cull the range out of </a:t>
            </a:r>
            <a:r>
              <a:rPr lang="en-US" sz="2400" dirty="0" err="1"/>
              <a:t>ndc</a:t>
            </a:r>
            <a:r>
              <a:rPr lang="en-US" sz="2400" dirty="0"/>
              <a:t> space</a:t>
            </a: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A4D068C8-9847-72CA-4932-54D42042D7FB}"/>
              </a:ext>
            </a:extLst>
          </p:cNvPr>
          <p:cNvSpPr>
            <a:spLocks/>
          </p:cNvSpPr>
          <p:nvPr/>
        </p:nvSpPr>
        <p:spPr>
          <a:xfrm>
            <a:off x="1908313" y="4569082"/>
            <a:ext cx="1779104" cy="150240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A807E7-D1F7-9EC9-D805-59EF04E5FA5A}"/>
              </a:ext>
            </a:extLst>
          </p:cNvPr>
          <p:cNvSpPr>
            <a:spLocks/>
          </p:cNvSpPr>
          <p:nvPr/>
        </p:nvSpPr>
        <p:spPr>
          <a:xfrm>
            <a:off x="1908313" y="5314518"/>
            <a:ext cx="810041" cy="756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2C1B89-05D1-303E-9FBE-0C2340DCB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0" y="2153446"/>
            <a:ext cx="3848637" cy="2191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8D1711-BE41-ABD0-A939-01B933372D75}"/>
              </a:ext>
            </a:extLst>
          </p:cNvPr>
          <p:cNvSpPr txBox="1"/>
          <p:nvPr/>
        </p:nvSpPr>
        <p:spPr>
          <a:xfrm>
            <a:off x="201320" y="5645010"/>
            <a:ext cx="16609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008000"/>
                </a:highlight>
              </a:rPr>
              <a:t>SV_VertexID</a:t>
            </a:r>
            <a:r>
              <a:rPr lang="en-US" dirty="0">
                <a:highlight>
                  <a:srgbClr val="008000"/>
                </a:highlight>
              </a:rPr>
              <a:t> : 0</a:t>
            </a:r>
          </a:p>
          <a:p>
            <a:r>
              <a:rPr lang="en-US" dirty="0">
                <a:highlight>
                  <a:srgbClr val="008000"/>
                </a:highlight>
              </a:rPr>
              <a:t>UV: (0, 0)</a:t>
            </a:r>
          </a:p>
          <a:p>
            <a:r>
              <a:rPr lang="en-US" dirty="0">
                <a:highlight>
                  <a:srgbClr val="008000"/>
                </a:highlight>
              </a:rPr>
              <a:t>Pos: (-1, -1)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D38F694-CF72-AF66-0CE2-4DA7D33CF804}"/>
              </a:ext>
            </a:extLst>
          </p:cNvPr>
          <p:cNvSpPr/>
          <p:nvPr/>
        </p:nvSpPr>
        <p:spPr>
          <a:xfrm>
            <a:off x="1786251" y="5976833"/>
            <a:ext cx="244124" cy="25968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47A0BF-96F1-D528-67C9-C6A71B1089D2}"/>
              </a:ext>
            </a:extLst>
          </p:cNvPr>
          <p:cNvSpPr/>
          <p:nvPr/>
        </p:nvSpPr>
        <p:spPr>
          <a:xfrm>
            <a:off x="3493244" y="5961841"/>
            <a:ext cx="244124" cy="25968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186565-9E55-8C9A-534B-AC2A55A6BFC7}"/>
              </a:ext>
            </a:extLst>
          </p:cNvPr>
          <p:cNvSpPr txBox="1"/>
          <p:nvPr/>
        </p:nvSpPr>
        <p:spPr>
          <a:xfrm>
            <a:off x="3893994" y="5693003"/>
            <a:ext cx="16609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008000"/>
                </a:highlight>
              </a:rPr>
              <a:t>SV_VertexID</a:t>
            </a:r>
            <a:r>
              <a:rPr lang="en-US" dirty="0">
                <a:highlight>
                  <a:srgbClr val="008000"/>
                </a:highlight>
              </a:rPr>
              <a:t> : 1</a:t>
            </a:r>
          </a:p>
          <a:p>
            <a:r>
              <a:rPr lang="en-US" dirty="0">
                <a:highlight>
                  <a:srgbClr val="008000"/>
                </a:highlight>
              </a:rPr>
              <a:t>UV: (2, 0)</a:t>
            </a:r>
          </a:p>
          <a:p>
            <a:r>
              <a:rPr lang="en-US" dirty="0">
                <a:highlight>
                  <a:srgbClr val="008000"/>
                </a:highlight>
              </a:rPr>
              <a:t>Pos: (3, -1)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A74C57-36A2-20B0-18D2-C350F8BE2697}"/>
              </a:ext>
            </a:extLst>
          </p:cNvPr>
          <p:cNvSpPr txBox="1"/>
          <p:nvPr/>
        </p:nvSpPr>
        <p:spPr>
          <a:xfrm>
            <a:off x="730147" y="3718768"/>
            <a:ext cx="16609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008000"/>
                </a:highlight>
              </a:rPr>
              <a:t>SV_VertexID</a:t>
            </a:r>
            <a:r>
              <a:rPr lang="en-US" dirty="0">
                <a:highlight>
                  <a:srgbClr val="008000"/>
                </a:highlight>
              </a:rPr>
              <a:t> : 2</a:t>
            </a:r>
          </a:p>
          <a:p>
            <a:r>
              <a:rPr lang="en-US" dirty="0">
                <a:highlight>
                  <a:srgbClr val="008000"/>
                </a:highlight>
              </a:rPr>
              <a:t>UV: (0, 2)</a:t>
            </a:r>
          </a:p>
          <a:p>
            <a:r>
              <a:rPr lang="en-US" dirty="0">
                <a:highlight>
                  <a:srgbClr val="008000"/>
                </a:highlight>
              </a:rPr>
              <a:t>Pos: (-1, 3)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28728A-07B5-58F6-C72B-7226CCF8CBE3}"/>
              </a:ext>
            </a:extLst>
          </p:cNvPr>
          <p:cNvSpPr/>
          <p:nvPr/>
        </p:nvSpPr>
        <p:spPr>
          <a:xfrm>
            <a:off x="1789739" y="4426516"/>
            <a:ext cx="244124" cy="25968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58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FAB8E-A3DE-285F-1AC2-A5E315FD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7A57-73CC-C3AB-9BDD-B78BB1AC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Light pass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18DDD-FBE0-3B42-D560-A08593A5557B}"/>
              </a:ext>
            </a:extLst>
          </p:cNvPr>
          <p:cNvSpPr txBox="1"/>
          <p:nvPr/>
        </p:nvSpPr>
        <p:spPr>
          <a:xfrm>
            <a:off x="251016" y="2157604"/>
            <a:ext cx="61026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Pixel shader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Combined with bindless texture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F5F86D-CE29-BDBE-4B66-3D9230362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20" y="3163690"/>
            <a:ext cx="8634029" cy="342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36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463D-3BD0-0DDE-B119-3CA346DD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E0A77-65A4-8DDE-7E31-C11E00162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Deferred rendering is good for screen space post effects, example: SSAO(Screen space ambient occlusion, screen space reflection, bloom effect, motion blur…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There are other rendering technology, below are some examples</a:t>
            </a:r>
          </a:p>
          <a:p>
            <a:pPr lvl="1"/>
            <a:r>
              <a:rPr lang="en-US" dirty="0"/>
              <a:t>Forward plus rendering</a:t>
            </a:r>
          </a:p>
          <a:p>
            <a:pPr marL="914400" lvl="2" indent="0">
              <a:buNone/>
            </a:pPr>
            <a:r>
              <a:rPr lang="en-US" dirty="0"/>
              <a:t>https://github.com/bcrusco/Forward-Plus-Renderer?tab=readme-ov-file</a:t>
            </a:r>
          </a:p>
          <a:p>
            <a:pPr lvl="1"/>
            <a:r>
              <a:rPr lang="en-US" dirty="0"/>
              <a:t>Tile base deferred rendering </a:t>
            </a:r>
          </a:p>
          <a:p>
            <a:pPr lvl="2"/>
            <a:r>
              <a:rPr lang="en-US" dirty="0">
                <a:hlinkClick r:id="rId2"/>
              </a:rPr>
              <a:t>https://developer.apple.com/documentation/metal/tailor-your-apps-for-apple-gpus-and-tile-based-deferred-rendering</a:t>
            </a:r>
            <a:endParaRPr lang="en-US" dirty="0"/>
          </a:p>
          <a:p>
            <a:pPr lvl="1"/>
            <a:r>
              <a:rPr lang="en-US" dirty="0"/>
              <a:t>Ray tracing</a:t>
            </a:r>
          </a:p>
        </p:txBody>
      </p:sp>
    </p:spTree>
    <p:extLst>
      <p:ext uri="{BB962C8B-B14F-4D97-AF65-F5344CB8AC3E}">
        <p14:creationId xmlns:p14="http://schemas.microsoft.com/office/powerpoint/2010/main" val="237304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8C9F-6A4D-DA41-2C44-6791B7366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793C3-31D7-B016-BF59-8655323B1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Deferred rendering is good for a lot of lights case.</a:t>
            </a:r>
          </a:p>
          <a:p>
            <a:r>
              <a:rPr lang="en-US" dirty="0"/>
              <a:t>Geometry pass – render the geometry and store the information on textures</a:t>
            </a:r>
          </a:p>
          <a:p>
            <a:r>
              <a:rPr lang="en-US" dirty="0"/>
              <a:t>Light pass – each pixel calculate one time for all the lights</a:t>
            </a:r>
          </a:p>
          <a:p>
            <a:r>
              <a:rPr lang="en-US" dirty="0"/>
              <a:t>Pros: Improves performance on multiple lights cases, also good for post effect</a:t>
            </a:r>
          </a:p>
          <a:p>
            <a:r>
              <a:rPr lang="en-US" dirty="0"/>
              <a:t>Cons: More memory usage, transparent need extra rendering</a:t>
            </a:r>
          </a:p>
        </p:txBody>
      </p:sp>
    </p:spTree>
    <p:extLst>
      <p:ext uri="{BB962C8B-B14F-4D97-AF65-F5344CB8AC3E}">
        <p14:creationId xmlns:p14="http://schemas.microsoft.com/office/powerpoint/2010/main" val="40236185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5450</TotalTime>
  <Words>539</Words>
  <Application>Microsoft Office PowerPoint</Application>
  <PresentationFormat>Widescreen</PresentationFormat>
  <Paragraphs>116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Abadi</vt:lpstr>
      <vt:lpstr>Arial</vt:lpstr>
      <vt:lpstr>Calibri</vt:lpstr>
      <vt:lpstr>Tw Cen MT</vt:lpstr>
      <vt:lpstr>Circuit</vt:lpstr>
      <vt:lpstr>Deferred REndering</vt:lpstr>
      <vt:lpstr>Why deferred rendering?</vt:lpstr>
      <vt:lpstr>What is Deferred rendering</vt:lpstr>
      <vt:lpstr>What is Deferred rendering</vt:lpstr>
      <vt:lpstr>What is G-Buffer</vt:lpstr>
      <vt:lpstr>Setup G-Buffer</vt:lpstr>
      <vt:lpstr>Setup G-Buffer</vt:lpstr>
      <vt:lpstr>What is G-Buffer</vt:lpstr>
      <vt:lpstr>Light pass</vt:lpstr>
      <vt:lpstr>Light pass</vt:lpstr>
      <vt:lpstr>Light pass</vt:lpstr>
      <vt:lpstr>What’s next?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graphics hardware</dc:title>
  <dc:creator>Lari Norri</dc:creator>
  <cp:lastModifiedBy>Tsai, ChenHan</cp:lastModifiedBy>
  <cp:revision>83</cp:revision>
  <dcterms:created xsi:type="dcterms:W3CDTF">2021-08-29T16:51:40Z</dcterms:created>
  <dcterms:modified xsi:type="dcterms:W3CDTF">2025-09-30T01:31:52Z</dcterms:modified>
</cp:coreProperties>
</file>